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4.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645" r:id="rId1"/>
    <p:sldMasterId id="2147484663" r:id="rId2"/>
    <p:sldMasterId id="2147484681" r:id="rId3"/>
    <p:sldMasterId id="2147484699" r:id="rId4"/>
    <p:sldMasterId id="2147484789" r:id="rId5"/>
  </p:sldMasterIdLst>
  <p:notesMasterIdLst>
    <p:notesMasterId r:id="rId21"/>
  </p:notesMasterIdLst>
  <p:handoutMasterIdLst>
    <p:handoutMasterId r:id="rId22"/>
  </p:handoutMasterIdLst>
  <p:sldIdLst>
    <p:sldId id="256" r:id="rId6"/>
    <p:sldId id="257" r:id="rId7"/>
    <p:sldId id="258" r:id="rId8"/>
    <p:sldId id="259" r:id="rId9"/>
    <p:sldId id="260" r:id="rId10"/>
    <p:sldId id="261" r:id="rId11"/>
    <p:sldId id="262" r:id="rId12"/>
    <p:sldId id="266" r:id="rId13"/>
    <p:sldId id="267" r:id="rId14"/>
    <p:sldId id="268" r:id="rId15"/>
    <p:sldId id="272" r:id="rId16"/>
    <p:sldId id="270" r:id="rId17"/>
    <p:sldId id="269" r:id="rId18"/>
    <p:sldId id="273" r:id="rId19"/>
    <p:sldId id="274"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457" y="7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ACB118-0741-4058-9568-2DE026506C8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8EF1229-F6FC-47D6-BBAD-F490D681EFE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C0E95A7-16F4-42C7-B874-9C41DB3E95C4}" type="datetimeFigureOut">
              <a:rPr lang="en-US" smtClean="0"/>
              <a:t>5/26/2024</a:t>
            </a:fld>
            <a:endParaRPr lang="en-US"/>
          </a:p>
        </p:txBody>
      </p:sp>
      <p:sp>
        <p:nvSpPr>
          <p:cNvPr id="4" name="Footer Placeholder 3">
            <a:extLst>
              <a:ext uri="{FF2B5EF4-FFF2-40B4-BE49-F238E27FC236}">
                <a16:creationId xmlns:a16="http://schemas.microsoft.com/office/drawing/2014/main" id="{F4218006-DD36-4E5D-A9FB-7C5A82D4615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Santosh Chhatkuli</a:t>
            </a:r>
          </a:p>
        </p:txBody>
      </p:sp>
      <p:sp>
        <p:nvSpPr>
          <p:cNvPr id="5" name="Slide Number Placeholder 4">
            <a:extLst>
              <a:ext uri="{FF2B5EF4-FFF2-40B4-BE49-F238E27FC236}">
                <a16:creationId xmlns:a16="http://schemas.microsoft.com/office/drawing/2014/main" id="{F517DC51-C402-48FC-9B06-C5A9193473F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365D1FF-D54A-4987-8029-71A5F287FFC7}" type="slidenum">
              <a:rPr lang="en-US" smtClean="0"/>
              <a:t>‹#›</a:t>
            </a:fld>
            <a:endParaRPr lang="en-US"/>
          </a:p>
        </p:txBody>
      </p:sp>
    </p:spTree>
    <p:extLst>
      <p:ext uri="{BB962C8B-B14F-4D97-AF65-F5344CB8AC3E}">
        <p14:creationId xmlns:p14="http://schemas.microsoft.com/office/powerpoint/2010/main" val="3869851556"/>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6105EC-B8ED-4C2D-8E27-1448EEE63739}" type="datetimeFigureOut">
              <a:rPr lang="en-US" smtClean="0"/>
              <a:t>5/26/2024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Santosh Chhatkuli</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382AA2-7D9B-4A96-BA62-736FAD2D2025}" type="slidenum">
              <a:rPr lang="en-US" smtClean="0"/>
              <a:t>‹#›</a:t>
            </a:fld>
            <a:endParaRPr lang="en-US"/>
          </a:p>
        </p:txBody>
      </p:sp>
    </p:spTree>
    <p:extLst>
      <p:ext uri="{BB962C8B-B14F-4D97-AF65-F5344CB8AC3E}">
        <p14:creationId xmlns:p14="http://schemas.microsoft.com/office/powerpoint/2010/main" val="1932041799"/>
      </p:ext>
    </p:extLst>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6726063"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787" y="4243845"/>
            <a:ext cx="2307831" cy="276940"/>
          </a:xfrm>
          <a:prstGeom prst="rect">
            <a:avLst/>
          </a:prstGeom>
        </p:spPr>
      </p:pic>
      <p:sp>
        <p:nvSpPr>
          <p:cNvPr id="9" name="Rectangle 8"/>
          <p:cNvSpPr/>
          <p:nvPr/>
        </p:nvSpPr>
        <p:spPr>
          <a:xfrm>
            <a:off x="0" y="2590078"/>
            <a:ext cx="6726064"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7" y="2590078"/>
            <a:ext cx="2307832"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1" y="2733709"/>
            <a:ext cx="6108101" cy="1373070"/>
          </a:xfrm>
        </p:spPr>
        <p:txBody>
          <a:bodyPr anchor="b">
            <a:noAutofit/>
          </a:bodyPr>
          <a:lstStyle>
            <a:lvl1pPr algn="r">
              <a:defRPr sz="4050"/>
            </a:lvl1pPr>
          </a:lstStyle>
          <a:p>
            <a:r>
              <a:rPr lang="en-US"/>
              <a:t>Click to edit Master title style</a:t>
            </a:r>
            <a:endParaRPr lang="en-US" dirty="0"/>
          </a:p>
        </p:txBody>
      </p:sp>
      <p:sp>
        <p:nvSpPr>
          <p:cNvPr id="3" name="Subtitle 2"/>
          <p:cNvSpPr>
            <a:spLocks noGrp="1"/>
          </p:cNvSpPr>
          <p:nvPr>
            <p:ph type="subTitle" idx="1"/>
          </p:nvPr>
        </p:nvSpPr>
        <p:spPr>
          <a:xfrm>
            <a:off x="510241" y="4394040"/>
            <a:ext cx="6108101" cy="1117687"/>
          </a:xfrm>
        </p:spPr>
        <p:txBody>
          <a:bodyPr>
            <a:normAutofit/>
          </a:bodyPr>
          <a:lstStyle>
            <a:lvl1pPr marL="0" indent="0" algn="r">
              <a:buNone/>
              <a:defRPr sz="15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6941510" y="2750337"/>
            <a:ext cx="878916" cy="1356442"/>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220963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7" name="Rectangle 16"/>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1800"/>
            </a:lvl1pPr>
            <a:lvl2pPr>
              <a:defRPr sz="1500"/>
            </a:lvl2pPr>
            <a:lvl3pPr>
              <a:defRPr sz="135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3233748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7828359"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68" y="4087901"/>
            <a:ext cx="1202248" cy="144270"/>
          </a:xfrm>
          <a:prstGeom prst="rect">
            <a:avLst/>
          </a:prstGeom>
        </p:spPr>
      </p:pic>
      <p:sp>
        <p:nvSpPr>
          <p:cNvPr id="9" name="Rectangle 8"/>
          <p:cNvSpPr/>
          <p:nvPr/>
        </p:nvSpPr>
        <p:spPr>
          <a:xfrm>
            <a:off x="-2" y="2726267"/>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7939369" y="2726267"/>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2" y="2869895"/>
            <a:ext cx="7210395" cy="1090788"/>
          </a:xfrm>
        </p:spPr>
        <p:txBody>
          <a:bodyPr anchor="ctr">
            <a:normAutofit/>
          </a:bodyPr>
          <a:lstStyle>
            <a:lvl1pPr algn="r">
              <a:defRPr sz="2700"/>
            </a:lvl1pPr>
          </a:lstStyle>
          <a:p>
            <a:r>
              <a:rPr lang="en-US"/>
              <a:t>Click to edit Master title style</a:t>
            </a:r>
            <a:endParaRPr lang="en-US" dirty="0"/>
          </a:p>
        </p:txBody>
      </p:sp>
      <p:sp>
        <p:nvSpPr>
          <p:cNvPr id="3" name="Text Placeholder 2"/>
          <p:cNvSpPr>
            <a:spLocks noGrp="1"/>
          </p:cNvSpPr>
          <p:nvPr>
            <p:ph type="body" idx="1"/>
          </p:nvPr>
        </p:nvSpPr>
        <p:spPr>
          <a:xfrm>
            <a:off x="510242" y="4232172"/>
            <a:ext cx="7210395" cy="1704017"/>
          </a:xfrm>
        </p:spPr>
        <p:txBody>
          <a:bodyPr>
            <a:normAutofit/>
          </a:bodyPr>
          <a:lstStyle>
            <a:lvl1pPr marL="0" indent="0" algn="r">
              <a:buNone/>
              <a:defRPr sz="15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8047092" y="2869896"/>
            <a:ext cx="865613" cy="1090789"/>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24339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0" name="Rectangle 9"/>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0240" y="2336873"/>
            <a:ext cx="3523769"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195592" y="2336873"/>
            <a:ext cx="3525044"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4086138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11" name="Picture 10"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2" name="Rectangle 11"/>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0" y="753230"/>
            <a:ext cx="7210397"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679763" y="2336874"/>
            <a:ext cx="3354245" cy="69313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10242" y="3030009"/>
            <a:ext cx="3523766"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65116" y="2336873"/>
            <a:ext cx="3355521" cy="692076"/>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195593" y="3030009"/>
            <a:ext cx="3525044"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328177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7" name="Picture 6"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8" name="Rectangle 7"/>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623750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6" name="Rectangle 5"/>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987348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0" name="Rectangle 9"/>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1" y="753227"/>
            <a:ext cx="7210394" cy="1080940"/>
          </a:xfrm>
        </p:spPr>
        <p:txBody>
          <a:bodyPr anchor="ct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a:xfrm>
            <a:off x="3514385" y="2336874"/>
            <a:ext cx="4206252"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0241" y="2336873"/>
            <a:ext cx="2842559" cy="3599317"/>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2065699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0" name="Rectangle 9"/>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3" y="753228"/>
            <a:ext cx="7210393" cy="1080938"/>
          </a:xfrm>
        </p:spPr>
        <p:txBody>
          <a:bodyPr anchor="ctr">
            <a:normAutofit/>
          </a:bodyPr>
          <a:lstStyle>
            <a:lvl1pPr>
              <a:defRPr sz="27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651250" y="2336874"/>
            <a:ext cx="4069387" cy="3599312"/>
          </a:xfrm>
          <a:noFill/>
          <a:ln>
            <a:noFill/>
          </a:ln>
          <a:effectLst>
            <a:outerShdw blurRad="76200" dist="63500" dir="5040000" algn="tl" rotWithShape="0">
              <a:srgbClr val="000000">
                <a:alpha val="41000"/>
              </a:srgb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10242" y="2336874"/>
            <a:ext cx="2907192" cy="3599315"/>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2112800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5929622"/>
            <a:ext cx="1202248" cy="144270"/>
          </a:xfrm>
          <a:prstGeom prst="rect">
            <a:avLst/>
          </a:prstGeom>
        </p:spPr>
      </p:pic>
      <p:sp>
        <p:nvSpPr>
          <p:cNvPr id="10" name="Rectangle 9"/>
          <p:cNvSpPr/>
          <p:nvPr/>
        </p:nvSpPr>
        <p:spPr>
          <a:xfrm>
            <a:off x="0"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2" y="4711617"/>
            <a:ext cx="7210394" cy="453051"/>
          </a:xfrm>
        </p:spPr>
        <p:txBody>
          <a:bodyPr anchor="b">
            <a:normAutofit/>
          </a:bodyPr>
          <a:lstStyle>
            <a:lvl1pPr>
              <a:defRPr sz="1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0242" y="609598"/>
            <a:ext cx="7210394" cy="3589575"/>
          </a:xfrm>
          <a:noFill/>
          <a:ln>
            <a:noFill/>
          </a:ln>
          <a:effectLst>
            <a:outerShdw blurRad="76200" dist="63500" dir="5040000" algn="tl" rotWithShape="0">
              <a:srgbClr val="000000">
                <a:alpha val="41000"/>
              </a:srgb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10239" y="5169584"/>
            <a:ext cx="7210397" cy="62297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47092" y="4711310"/>
            <a:ext cx="865613" cy="1090789"/>
          </a:xfrm>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4134577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5929622"/>
            <a:ext cx="1202248" cy="144270"/>
          </a:xfrm>
          <a:prstGeom prst="rect">
            <a:avLst/>
          </a:prstGeom>
        </p:spPr>
      </p:pic>
      <p:sp>
        <p:nvSpPr>
          <p:cNvPr id="10" name="Rectangle 9"/>
          <p:cNvSpPr/>
          <p:nvPr/>
        </p:nvSpPr>
        <p:spPr>
          <a:xfrm>
            <a:off x="0"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1" y="609597"/>
            <a:ext cx="7210394" cy="3592750"/>
          </a:xfrm>
        </p:spPr>
        <p:txBody>
          <a:bodyPr anchor="ct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510242" y="4711616"/>
            <a:ext cx="7210394" cy="1090789"/>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47092" y="4711616"/>
            <a:ext cx="865613" cy="1090789"/>
          </a:xfrm>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153690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7828359" cy="321164"/>
          </a:xfrm>
          <a:prstGeom prst="rect">
            <a:avLst/>
          </a:prstGeom>
        </p:spPr>
      </p:pic>
      <p:pic>
        <p:nvPicPr>
          <p:cNvPr id="13" name="Picture 12"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5929622"/>
            <a:ext cx="1202248" cy="144270"/>
          </a:xfrm>
          <a:prstGeom prst="rect">
            <a:avLst/>
          </a:prstGeom>
        </p:spPr>
      </p:pic>
      <p:sp>
        <p:nvSpPr>
          <p:cNvPr id="14" name="Rectangle 13"/>
          <p:cNvSpPr/>
          <p:nvPr/>
        </p:nvSpPr>
        <p:spPr>
          <a:xfrm>
            <a:off x="0"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92" y="609599"/>
            <a:ext cx="6539158" cy="3036061"/>
          </a:xfrm>
        </p:spPr>
        <p:txBody>
          <a:bodyPr anchor="ctr"/>
          <a:lstStyle>
            <a:lvl1pPr>
              <a:defRPr sz="2400"/>
            </a:lvl1pPr>
          </a:lstStyle>
          <a:p>
            <a:r>
              <a:rPr lang="en-US"/>
              <a:t>Click to edit Master title style</a:t>
            </a:r>
            <a:endParaRPr lang="en-US" dirty="0"/>
          </a:p>
        </p:txBody>
      </p:sp>
      <p:sp>
        <p:nvSpPr>
          <p:cNvPr id="12" name="Text Placeholder 3"/>
          <p:cNvSpPr>
            <a:spLocks noGrp="1"/>
          </p:cNvSpPr>
          <p:nvPr>
            <p:ph type="body" sz="half" idx="13"/>
          </p:nvPr>
        </p:nvSpPr>
        <p:spPr>
          <a:xfrm>
            <a:off x="1051717" y="3653379"/>
            <a:ext cx="6117434"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510242" y="4711616"/>
            <a:ext cx="7210394" cy="1090789"/>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47092" y="4709926"/>
            <a:ext cx="865613" cy="1090789"/>
          </a:xfrm>
        </p:spPr>
        <p:txBody>
          <a:bodyPr/>
          <a:lstStyle/>
          <a:p>
            <a:fld id="{D58C462D-6DF3-4641-93DF-AC4EA5041486}" type="slidenum">
              <a:rPr lang="en-US" smtClean="0"/>
              <a:t>‹#›</a:t>
            </a:fld>
            <a:endParaRPr lang="en-US"/>
          </a:p>
        </p:txBody>
      </p:sp>
      <p:sp>
        <p:nvSpPr>
          <p:cNvPr id="16" name="TextBox 15"/>
          <p:cNvSpPr txBox="1"/>
          <p:nvPr/>
        </p:nvSpPr>
        <p:spPr>
          <a:xfrm>
            <a:off x="437679" y="748116"/>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5400" dirty="0">
                <a:solidFill>
                  <a:schemeClr val="tx1"/>
                </a:solidFill>
                <a:effectLst/>
              </a:rPr>
              <a:t>“</a:t>
            </a:r>
          </a:p>
        </p:txBody>
      </p:sp>
      <p:sp>
        <p:nvSpPr>
          <p:cNvPr id="17" name="TextBox 16"/>
          <p:cNvSpPr txBox="1"/>
          <p:nvPr/>
        </p:nvSpPr>
        <p:spPr>
          <a:xfrm>
            <a:off x="7247107" y="3033524"/>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5400" dirty="0">
                <a:solidFill>
                  <a:schemeClr val="tx1"/>
                </a:solidFill>
                <a:effectLst/>
              </a:rPr>
              <a:t>”</a:t>
            </a:r>
          </a:p>
        </p:txBody>
      </p:sp>
    </p:spTree>
    <p:extLst>
      <p:ext uri="{BB962C8B-B14F-4D97-AF65-F5344CB8AC3E}">
        <p14:creationId xmlns:p14="http://schemas.microsoft.com/office/powerpoint/2010/main" val="3241848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7828359" cy="321164"/>
          </a:xfrm>
          <a:prstGeom prst="rect">
            <a:avLst/>
          </a:prstGeom>
        </p:spPr>
      </p:pic>
      <p:pic>
        <p:nvPicPr>
          <p:cNvPr id="10" name="Picture 9"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5929622"/>
            <a:ext cx="1202248" cy="144270"/>
          </a:xfrm>
          <a:prstGeom prst="rect">
            <a:avLst/>
          </a:prstGeom>
        </p:spPr>
      </p:pic>
      <p:sp>
        <p:nvSpPr>
          <p:cNvPr id="11" name="Rectangle 10"/>
          <p:cNvSpPr/>
          <p:nvPr/>
        </p:nvSpPr>
        <p:spPr>
          <a:xfrm>
            <a:off x="0"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39" y="4711616"/>
            <a:ext cx="7210397" cy="588535"/>
          </a:xfrm>
        </p:spPr>
        <p:txBody>
          <a:bodyPr anchor="b"/>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510240" y="5300150"/>
            <a:ext cx="7210397" cy="502255"/>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47092" y="4709926"/>
            <a:ext cx="865613" cy="1090789"/>
          </a:xfrm>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1946408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14" name="Picture 13"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6" name="Rectangle 15"/>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501917" y="753228"/>
            <a:ext cx="721872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495709" y="2336873"/>
            <a:ext cx="2302526"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510241" y="3022674"/>
            <a:ext cx="2287277"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2967019" y="2336873"/>
            <a:ext cx="2297430"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2959103" y="3022674"/>
            <a:ext cx="2297430"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418117" y="2336873"/>
            <a:ext cx="2302519"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5418117" y="3022674"/>
            <a:ext cx="2302519"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297762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7" name="Rectangle 16"/>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510242" y="753228"/>
            <a:ext cx="7210395"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10239" y="4297503"/>
            <a:ext cx="2287279"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510239" y="2336873"/>
            <a:ext cx="2287279"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510239" y="4873765"/>
            <a:ext cx="2287279"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2959103" y="4297503"/>
            <a:ext cx="2297430"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2959103" y="2336873"/>
            <a:ext cx="229743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2958088" y="4873764"/>
            <a:ext cx="2300473"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423009" y="4297503"/>
            <a:ext cx="2297629"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423008" y="2336873"/>
            <a:ext cx="2297629"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422915" y="4873762"/>
            <a:ext cx="2300672"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2265862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9" name="Rectangle 8"/>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1936002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448782" y="2040420"/>
            <a:ext cx="5106988"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7200777" y="5543428"/>
            <a:ext cx="1602997"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7596923" y="609597"/>
            <a:ext cx="80535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0241" y="609598"/>
            <a:ext cx="6652503"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105344" y="5936188"/>
            <a:ext cx="2057400" cy="365125"/>
          </a:xfrm>
        </p:spPr>
        <p:txBody>
          <a:bodyPr/>
          <a:lstStyle/>
          <a:p>
            <a:endParaRPr lang="en-US"/>
          </a:p>
        </p:txBody>
      </p:sp>
      <p:sp>
        <p:nvSpPr>
          <p:cNvPr id="5" name="Footer Placeholder 4"/>
          <p:cNvSpPr>
            <a:spLocks noGrp="1"/>
          </p:cNvSpPr>
          <p:nvPr>
            <p:ph type="ftr" sz="quarter" idx="11"/>
          </p:nvPr>
        </p:nvSpPr>
        <p:spPr>
          <a:xfrm>
            <a:off x="510241" y="5936189"/>
            <a:ext cx="4595104" cy="365125"/>
          </a:xfrm>
        </p:spPr>
        <p:txBody>
          <a:bodyPr/>
          <a:lstStyle/>
          <a:p>
            <a:endParaRPr lang="en-US"/>
          </a:p>
        </p:txBody>
      </p:sp>
      <p:sp>
        <p:nvSpPr>
          <p:cNvPr id="6" name="Slide Number Placeholder 5"/>
          <p:cNvSpPr>
            <a:spLocks noGrp="1"/>
          </p:cNvSpPr>
          <p:nvPr>
            <p:ph type="sldNum" sz="quarter" idx="12"/>
          </p:nvPr>
        </p:nvSpPr>
        <p:spPr>
          <a:xfrm>
            <a:off x="7573163" y="5398634"/>
            <a:ext cx="865613" cy="1090789"/>
          </a:xfrm>
        </p:spPr>
        <p:txBody>
          <a:bodyPr anchor="t"/>
          <a:lstStyle>
            <a:lvl1pPr algn="ctr">
              <a:defRPr/>
            </a:lvl1pPr>
          </a:lstStyle>
          <a:p>
            <a:fld id="{D58C462D-6DF3-4641-93DF-AC4EA5041486}" type="slidenum">
              <a:rPr lang="en-US" smtClean="0"/>
              <a:t>‹#›</a:t>
            </a:fld>
            <a:endParaRPr lang="en-US"/>
          </a:p>
        </p:txBody>
      </p:sp>
    </p:spTree>
    <p:extLst>
      <p:ext uri="{BB962C8B-B14F-4D97-AF65-F5344CB8AC3E}">
        <p14:creationId xmlns:p14="http://schemas.microsoft.com/office/powerpoint/2010/main" val="2153709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6726063"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787" y="4243845"/>
            <a:ext cx="2307831" cy="276940"/>
          </a:xfrm>
          <a:prstGeom prst="rect">
            <a:avLst/>
          </a:prstGeom>
        </p:spPr>
      </p:pic>
      <p:sp>
        <p:nvSpPr>
          <p:cNvPr id="9" name="Rectangle 8"/>
          <p:cNvSpPr/>
          <p:nvPr/>
        </p:nvSpPr>
        <p:spPr>
          <a:xfrm>
            <a:off x="0" y="2590078"/>
            <a:ext cx="6726064"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7" y="2590078"/>
            <a:ext cx="2307832"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1" y="2733709"/>
            <a:ext cx="6108101" cy="1373070"/>
          </a:xfrm>
        </p:spPr>
        <p:txBody>
          <a:bodyPr anchor="b">
            <a:noAutofit/>
          </a:bodyPr>
          <a:lstStyle>
            <a:lvl1pPr algn="r">
              <a:defRPr sz="4050"/>
            </a:lvl1pPr>
          </a:lstStyle>
          <a:p>
            <a:r>
              <a:rPr lang="en-US"/>
              <a:t>Click to edit Master title style</a:t>
            </a:r>
            <a:endParaRPr lang="en-US" dirty="0"/>
          </a:p>
        </p:txBody>
      </p:sp>
      <p:sp>
        <p:nvSpPr>
          <p:cNvPr id="3" name="Subtitle 2"/>
          <p:cNvSpPr>
            <a:spLocks noGrp="1"/>
          </p:cNvSpPr>
          <p:nvPr>
            <p:ph type="subTitle" idx="1"/>
          </p:nvPr>
        </p:nvSpPr>
        <p:spPr>
          <a:xfrm>
            <a:off x="510241" y="4394040"/>
            <a:ext cx="6108101" cy="1117687"/>
          </a:xfrm>
        </p:spPr>
        <p:txBody>
          <a:bodyPr>
            <a:normAutofit/>
          </a:bodyPr>
          <a:lstStyle>
            <a:lvl1pPr marL="0" indent="0" algn="r">
              <a:buNone/>
              <a:defRPr sz="15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6941510" y="2750337"/>
            <a:ext cx="878916" cy="1356442"/>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35789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7" name="Rectangle 16"/>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439220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7828359"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68" y="4087901"/>
            <a:ext cx="1202248" cy="144270"/>
          </a:xfrm>
          <a:prstGeom prst="rect">
            <a:avLst/>
          </a:prstGeom>
        </p:spPr>
      </p:pic>
      <p:sp>
        <p:nvSpPr>
          <p:cNvPr id="9" name="Rectangle 8"/>
          <p:cNvSpPr/>
          <p:nvPr/>
        </p:nvSpPr>
        <p:spPr>
          <a:xfrm>
            <a:off x="-2" y="2726267"/>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7939369" y="2726267"/>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2" y="2869895"/>
            <a:ext cx="7210395" cy="1090788"/>
          </a:xfrm>
        </p:spPr>
        <p:txBody>
          <a:bodyPr anchor="ctr">
            <a:normAutofit/>
          </a:bodyPr>
          <a:lstStyle>
            <a:lvl1pPr algn="r">
              <a:defRPr sz="2700"/>
            </a:lvl1pPr>
          </a:lstStyle>
          <a:p>
            <a:r>
              <a:rPr lang="en-US"/>
              <a:t>Click to edit Master title style</a:t>
            </a:r>
            <a:endParaRPr lang="en-US" dirty="0"/>
          </a:p>
        </p:txBody>
      </p:sp>
      <p:sp>
        <p:nvSpPr>
          <p:cNvPr id="3" name="Text Placeholder 2"/>
          <p:cNvSpPr>
            <a:spLocks noGrp="1"/>
          </p:cNvSpPr>
          <p:nvPr>
            <p:ph type="body" idx="1"/>
          </p:nvPr>
        </p:nvSpPr>
        <p:spPr>
          <a:xfrm>
            <a:off x="510242" y="4232172"/>
            <a:ext cx="7210395" cy="1704017"/>
          </a:xfrm>
        </p:spPr>
        <p:txBody>
          <a:bodyPr>
            <a:normAutofit/>
          </a:bodyPr>
          <a:lstStyle>
            <a:lvl1pPr marL="0" indent="0" algn="r">
              <a:buNone/>
              <a:defRPr sz="15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8047092" y="2869896"/>
            <a:ext cx="865613" cy="1090789"/>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607383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0" name="Rectangle 9"/>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0240" y="2336873"/>
            <a:ext cx="3523769"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195592" y="2336873"/>
            <a:ext cx="3525044"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060420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11" name="Picture 10"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2" name="Rectangle 11"/>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0" y="753230"/>
            <a:ext cx="7210397"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679763" y="2336874"/>
            <a:ext cx="3354245" cy="69313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10242" y="3030009"/>
            <a:ext cx="3523766"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65116" y="2336873"/>
            <a:ext cx="3355521" cy="692076"/>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195593" y="3030009"/>
            <a:ext cx="3525044"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65165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7" name="Picture 6"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8" name="Rectangle 7"/>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810924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6" name="Rectangle 5"/>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432900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0" name="Rectangle 9"/>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1" y="753227"/>
            <a:ext cx="7210394" cy="1080940"/>
          </a:xfrm>
        </p:spPr>
        <p:txBody>
          <a:bodyPr anchor="ct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a:xfrm>
            <a:off x="3514385" y="2336874"/>
            <a:ext cx="4206252"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0241" y="2336873"/>
            <a:ext cx="2842559" cy="3599317"/>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957296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0" name="Rectangle 9"/>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3" y="753228"/>
            <a:ext cx="7210393" cy="1080938"/>
          </a:xfrm>
        </p:spPr>
        <p:txBody>
          <a:bodyPr anchor="ctr">
            <a:normAutofit/>
          </a:bodyPr>
          <a:lstStyle>
            <a:lvl1pPr>
              <a:defRPr sz="27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651250" y="2336874"/>
            <a:ext cx="4069387" cy="3599312"/>
          </a:xfrm>
          <a:noFill/>
          <a:ln>
            <a:noFill/>
          </a:ln>
          <a:effectLst>
            <a:outerShdw blurRad="76200" dist="63500" dir="5040000" algn="tl" rotWithShape="0">
              <a:srgbClr val="000000">
                <a:alpha val="41000"/>
              </a:srgb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10242" y="2336874"/>
            <a:ext cx="2907192" cy="3599315"/>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940736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5929622"/>
            <a:ext cx="1202248" cy="144270"/>
          </a:xfrm>
          <a:prstGeom prst="rect">
            <a:avLst/>
          </a:prstGeom>
        </p:spPr>
      </p:pic>
      <p:sp>
        <p:nvSpPr>
          <p:cNvPr id="10" name="Rectangle 9"/>
          <p:cNvSpPr/>
          <p:nvPr/>
        </p:nvSpPr>
        <p:spPr>
          <a:xfrm>
            <a:off x="0"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2" y="4711617"/>
            <a:ext cx="7210394" cy="453051"/>
          </a:xfrm>
        </p:spPr>
        <p:txBody>
          <a:bodyPr anchor="b">
            <a:normAutofit/>
          </a:bodyPr>
          <a:lstStyle>
            <a:lvl1pPr>
              <a:defRPr sz="1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0242" y="609598"/>
            <a:ext cx="7210394" cy="3589575"/>
          </a:xfrm>
          <a:noFill/>
          <a:ln>
            <a:noFill/>
          </a:ln>
          <a:effectLst>
            <a:outerShdw blurRad="76200" dist="63500" dir="5040000" algn="tl" rotWithShape="0">
              <a:srgbClr val="000000">
                <a:alpha val="41000"/>
              </a:srgb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10239" y="5169584"/>
            <a:ext cx="7210397" cy="62297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47092" y="4711310"/>
            <a:ext cx="865613" cy="1090789"/>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879527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5929622"/>
            <a:ext cx="1202248" cy="144270"/>
          </a:xfrm>
          <a:prstGeom prst="rect">
            <a:avLst/>
          </a:prstGeom>
        </p:spPr>
      </p:pic>
      <p:sp>
        <p:nvSpPr>
          <p:cNvPr id="10" name="Rectangle 9"/>
          <p:cNvSpPr/>
          <p:nvPr/>
        </p:nvSpPr>
        <p:spPr>
          <a:xfrm>
            <a:off x="0"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1" y="609597"/>
            <a:ext cx="7210394" cy="3592750"/>
          </a:xfrm>
        </p:spPr>
        <p:txBody>
          <a:bodyPr anchor="ct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510242" y="4711616"/>
            <a:ext cx="7210394" cy="1090789"/>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47092" y="4711616"/>
            <a:ext cx="865613" cy="1090789"/>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670941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7828359" cy="321164"/>
          </a:xfrm>
          <a:prstGeom prst="rect">
            <a:avLst/>
          </a:prstGeom>
        </p:spPr>
      </p:pic>
      <p:pic>
        <p:nvPicPr>
          <p:cNvPr id="13" name="Picture 12"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5929622"/>
            <a:ext cx="1202248" cy="144270"/>
          </a:xfrm>
          <a:prstGeom prst="rect">
            <a:avLst/>
          </a:prstGeom>
        </p:spPr>
      </p:pic>
      <p:sp>
        <p:nvSpPr>
          <p:cNvPr id="14" name="Rectangle 13"/>
          <p:cNvSpPr/>
          <p:nvPr/>
        </p:nvSpPr>
        <p:spPr>
          <a:xfrm>
            <a:off x="0"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92" y="609599"/>
            <a:ext cx="6539158" cy="3036061"/>
          </a:xfrm>
        </p:spPr>
        <p:txBody>
          <a:bodyPr anchor="ctr"/>
          <a:lstStyle>
            <a:lvl1pPr>
              <a:defRPr sz="2400"/>
            </a:lvl1pPr>
          </a:lstStyle>
          <a:p>
            <a:r>
              <a:rPr lang="en-US"/>
              <a:t>Click to edit Master title style</a:t>
            </a:r>
            <a:endParaRPr lang="en-US" dirty="0"/>
          </a:p>
        </p:txBody>
      </p:sp>
      <p:sp>
        <p:nvSpPr>
          <p:cNvPr id="12" name="Text Placeholder 3"/>
          <p:cNvSpPr>
            <a:spLocks noGrp="1"/>
          </p:cNvSpPr>
          <p:nvPr>
            <p:ph type="body" sz="half" idx="13"/>
          </p:nvPr>
        </p:nvSpPr>
        <p:spPr>
          <a:xfrm>
            <a:off x="1051717" y="3653379"/>
            <a:ext cx="6117434"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510242" y="4711616"/>
            <a:ext cx="7210394" cy="1090789"/>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47092" y="4709926"/>
            <a:ext cx="865613" cy="1090789"/>
          </a:xfrm>
        </p:spPr>
        <p:txBody>
          <a:bodyPr/>
          <a:lstStyle/>
          <a:p>
            <a:fld id="{6D22F896-40B5-4ADD-8801-0D06FADFA095}" type="slidenum">
              <a:rPr lang="en-US" dirty="0"/>
              <a:t>‹#›</a:t>
            </a:fld>
            <a:endParaRPr lang="en-US" dirty="0"/>
          </a:p>
        </p:txBody>
      </p:sp>
      <p:sp>
        <p:nvSpPr>
          <p:cNvPr id="16" name="TextBox 15"/>
          <p:cNvSpPr txBox="1"/>
          <p:nvPr/>
        </p:nvSpPr>
        <p:spPr>
          <a:xfrm>
            <a:off x="437679" y="748116"/>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5400" dirty="0">
                <a:solidFill>
                  <a:schemeClr val="tx1"/>
                </a:solidFill>
                <a:effectLst/>
              </a:rPr>
              <a:t>“</a:t>
            </a:r>
          </a:p>
        </p:txBody>
      </p:sp>
      <p:sp>
        <p:nvSpPr>
          <p:cNvPr id="17" name="TextBox 16"/>
          <p:cNvSpPr txBox="1"/>
          <p:nvPr/>
        </p:nvSpPr>
        <p:spPr>
          <a:xfrm>
            <a:off x="7247107" y="3033524"/>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5400" dirty="0">
                <a:solidFill>
                  <a:schemeClr val="tx1"/>
                </a:solidFill>
                <a:effectLst/>
              </a:rPr>
              <a:t>”</a:t>
            </a:r>
          </a:p>
        </p:txBody>
      </p:sp>
    </p:spTree>
    <p:extLst>
      <p:ext uri="{BB962C8B-B14F-4D97-AF65-F5344CB8AC3E}">
        <p14:creationId xmlns:p14="http://schemas.microsoft.com/office/powerpoint/2010/main" val="1799613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7828359" cy="321164"/>
          </a:xfrm>
          <a:prstGeom prst="rect">
            <a:avLst/>
          </a:prstGeom>
        </p:spPr>
      </p:pic>
      <p:pic>
        <p:nvPicPr>
          <p:cNvPr id="10" name="Picture 9"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5929622"/>
            <a:ext cx="1202248" cy="144270"/>
          </a:xfrm>
          <a:prstGeom prst="rect">
            <a:avLst/>
          </a:prstGeom>
        </p:spPr>
      </p:pic>
      <p:sp>
        <p:nvSpPr>
          <p:cNvPr id="11" name="Rectangle 10"/>
          <p:cNvSpPr/>
          <p:nvPr/>
        </p:nvSpPr>
        <p:spPr>
          <a:xfrm>
            <a:off x="0"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39" y="4711616"/>
            <a:ext cx="7210397" cy="588535"/>
          </a:xfrm>
        </p:spPr>
        <p:txBody>
          <a:bodyPr anchor="b"/>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510240" y="5300150"/>
            <a:ext cx="7210397" cy="502255"/>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47092" y="4709926"/>
            <a:ext cx="865613" cy="1090789"/>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75884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14" name="Picture 13"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6" name="Rectangle 15"/>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501917" y="753228"/>
            <a:ext cx="721872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495709" y="2336873"/>
            <a:ext cx="2302526"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510241" y="3022674"/>
            <a:ext cx="2287277"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2967019" y="2336873"/>
            <a:ext cx="2297430"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2959103" y="3022674"/>
            <a:ext cx="2297430"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418117" y="2336873"/>
            <a:ext cx="2302519"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5418117" y="3022674"/>
            <a:ext cx="2302519"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080692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7" name="Rectangle 16"/>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510242" y="753228"/>
            <a:ext cx="7210395"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10239" y="4297503"/>
            <a:ext cx="2287279"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510239" y="2336873"/>
            <a:ext cx="2287279"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510239" y="4873765"/>
            <a:ext cx="2287279"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2959103" y="4297503"/>
            <a:ext cx="2297430"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2959103" y="2336873"/>
            <a:ext cx="229743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2958088" y="4873764"/>
            <a:ext cx="2300473"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423009" y="4297503"/>
            <a:ext cx="2297629"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423008" y="2336873"/>
            <a:ext cx="2297629"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422915" y="4873762"/>
            <a:ext cx="2300672"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404197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9" name="Rectangle 8"/>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045824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448782" y="2040420"/>
            <a:ext cx="5106988"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7200777" y="5543428"/>
            <a:ext cx="1602997"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7596923" y="609597"/>
            <a:ext cx="80535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0241" y="609598"/>
            <a:ext cx="6652503"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105344" y="5936188"/>
            <a:ext cx="2057400" cy="365125"/>
          </a:xfrm>
        </p:spPr>
        <p:txBody>
          <a:bodyPr/>
          <a:lstStyle/>
          <a:p>
            <a:endParaRPr lang="en-US" dirty="0"/>
          </a:p>
        </p:txBody>
      </p:sp>
      <p:sp>
        <p:nvSpPr>
          <p:cNvPr id="5" name="Footer Placeholder 4"/>
          <p:cNvSpPr>
            <a:spLocks noGrp="1"/>
          </p:cNvSpPr>
          <p:nvPr>
            <p:ph type="ftr" sz="quarter" idx="11"/>
          </p:nvPr>
        </p:nvSpPr>
        <p:spPr>
          <a:xfrm>
            <a:off x="510241" y="5936189"/>
            <a:ext cx="4595104" cy="365125"/>
          </a:xfrm>
        </p:spPr>
        <p:txBody>
          <a:bodyPr/>
          <a:lstStyle/>
          <a:p>
            <a:endParaRPr lang="en-US" dirty="0"/>
          </a:p>
        </p:txBody>
      </p:sp>
      <p:sp>
        <p:nvSpPr>
          <p:cNvPr id="6" name="Slide Number Placeholder 5"/>
          <p:cNvSpPr>
            <a:spLocks noGrp="1"/>
          </p:cNvSpPr>
          <p:nvPr>
            <p:ph type="sldNum" sz="quarter" idx="12"/>
          </p:nvPr>
        </p:nvSpPr>
        <p:spPr>
          <a:xfrm>
            <a:off x="7573163" y="5398634"/>
            <a:ext cx="865613" cy="1090789"/>
          </a:xfrm>
        </p:spPr>
        <p:txBody>
          <a:bodyPr anchor="t"/>
          <a:lstStyle>
            <a:lvl1pPr algn="ctr">
              <a:defRPr/>
            </a:lvl1pPr>
          </a:lstStyle>
          <a:p>
            <a:fld id="{6D22F896-40B5-4ADD-8801-0D06FADFA095}" type="slidenum">
              <a:rPr lang="en-US" dirty="0"/>
              <a:pPr/>
              <a:t>‹#›</a:t>
            </a:fld>
            <a:endParaRPr lang="en-US" dirty="0"/>
          </a:p>
        </p:txBody>
      </p:sp>
    </p:spTree>
    <p:extLst>
      <p:ext uri="{BB962C8B-B14F-4D97-AF65-F5344CB8AC3E}">
        <p14:creationId xmlns:p14="http://schemas.microsoft.com/office/powerpoint/2010/main" val="2745300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6726063"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787" y="4243845"/>
            <a:ext cx="2307831" cy="276940"/>
          </a:xfrm>
          <a:prstGeom prst="rect">
            <a:avLst/>
          </a:prstGeom>
        </p:spPr>
      </p:pic>
      <p:sp>
        <p:nvSpPr>
          <p:cNvPr id="9" name="Rectangle 8"/>
          <p:cNvSpPr/>
          <p:nvPr/>
        </p:nvSpPr>
        <p:spPr>
          <a:xfrm>
            <a:off x="0" y="2590078"/>
            <a:ext cx="6726064"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7" y="2590078"/>
            <a:ext cx="2307832"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1" y="2733709"/>
            <a:ext cx="6108101" cy="1373070"/>
          </a:xfrm>
        </p:spPr>
        <p:txBody>
          <a:bodyPr anchor="b">
            <a:noAutofit/>
          </a:bodyPr>
          <a:lstStyle>
            <a:lvl1pPr algn="r">
              <a:defRPr sz="4050"/>
            </a:lvl1pPr>
          </a:lstStyle>
          <a:p>
            <a:r>
              <a:rPr lang="en-US"/>
              <a:t>Click to edit Master title style</a:t>
            </a:r>
            <a:endParaRPr lang="en-US" dirty="0"/>
          </a:p>
        </p:txBody>
      </p:sp>
      <p:sp>
        <p:nvSpPr>
          <p:cNvPr id="3" name="Subtitle 2"/>
          <p:cNvSpPr>
            <a:spLocks noGrp="1"/>
          </p:cNvSpPr>
          <p:nvPr>
            <p:ph type="subTitle" idx="1"/>
          </p:nvPr>
        </p:nvSpPr>
        <p:spPr>
          <a:xfrm>
            <a:off x="510241" y="4394040"/>
            <a:ext cx="6108101" cy="1117687"/>
          </a:xfrm>
        </p:spPr>
        <p:txBody>
          <a:bodyPr>
            <a:normAutofit/>
          </a:bodyPr>
          <a:lstStyle>
            <a:lvl1pPr marL="0" indent="0" algn="r">
              <a:buNone/>
              <a:defRPr sz="15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6941510" y="2750337"/>
            <a:ext cx="878916" cy="1356442"/>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18480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7" name="Rectangle 16"/>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2527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7828359"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68" y="4087901"/>
            <a:ext cx="1202248" cy="144270"/>
          </a:xfrm>
          <a:prstGeom prst="rect">
            <a:avLst/>
          </a:prstGeom>
        </p:spPr>
      </p:pic>
      <p:sp>
        <p:nvSpPr>
          <p:cNvPr id="9" name="Rectangle 8"/>
          <p:cNvSpPr/>
          <p:nvPr/>
        </p:nvSpPr>
        <p:spPr>
          <a:xfrm>
            <a:off x="-2" y="2726267"/>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7939369" y="2726267"/>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2" y="2869895"/>
            <a:ext cx="7210395" cy="1090788"/>
          </a:xfrm>
        </p:spPr>
        <p:txBody>
          <a:bodyPr anchor="ctr">
            <a:normAutofit/>
          </a:bodyPr>
          <a:lstStyle>
            <a:lvl1pPr algn="r">
              <a:defRPr sz="2700"/>
            </a:lvl1pPr>
          </a:lstStyle>
          <a:p>
            <a:r>
              <a:rPr lang="en-US"/>
              <a:t>Click to edit Master title style</a:t>
            </a:r>
            <a:endParaRPr lang="en-US" dirty="0"/>
          </a:p>
        </p:txBody>
      </p:sp>
      <p:sp>
        <p:nvSpPr>
          <p:cNvPr id="3" name="Text Placeholder 2"/>
          <p:cNvSpPr>
            <a:spLocks noGrp="1"/>
          </p:cNvSpPr>
          <p:nvPr>
            <p:ph type="body" idx="1"/>
          </p:nvPr>
        </p:nvSpPr>
        <p:spPr>
          <a:xfrm>
            <a:off x="510242" y="4232172"/>
            <a:ext cx="7210395" cy="1704017"/>
          </a:xfrm>
        </p:spPr>
        <p:txBody>
          <a:bodyPr>
            <a:normAutofit/>
          </a:bodyPr>
          <a:lstStyle>
            <a:lvl1pPr marL="0" indent="0" algn="r">
              <a:buNone/>
              <a:defRPr sz="15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8047092" y="2869896"/>
            <a:ext cx="865613" cy="1090789"/>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39989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0" name="Rectangle 9"/>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0240" y="2336873"/>
            <a:ext cx="3523769"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195592" y="2336873"/>
            <a:ext cx="3525044"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51544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11" name="Picture 10"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2" name="Rectangle 11"/>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0" y="753230"/>
            <a:ext cx="7210397"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679763" y="2336874"/>
            <a:ext cx="3354245" cy="69313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10242" y="3030009"/>
            <a:ext cx="3523766"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65116" y="2336873"/>
            <a:ext cx="3355521" cy="692076"/>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195593" y="3030009"/>
            <a:ext cx="3525044"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35960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7" name="Picture 6"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8" name="Rectangle 7"/>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97996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6" name="Rectangle 5"/>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10218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0" name="Rectangle 9"/>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1" y="753227"/>
            <a:ext cx="7210394" cy="1080940"/>
          </a:xfrm>
        </p:spPr>
        <p:txBody>
          <a:bodyPr anchor="ct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a:xfrm>
            <a:off x="3514385" y="2336874"/>
            <a:ext cx="4206252"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0241" y="2336873"/>
            <a:ext cx="2842559" cy="3599317"/>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5912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0" name="Rectangle 9"/>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3" y="753228"/>
            <a:ext cx="7210393" cy="1080938"/>
          </a:xfrm>
        </p:spPr>
        <p:txBody>
          <a:bodyPr anchor="ctr">
            <a:normAutofit/>
          </a:bodyPr>
          <a:lstStyle>
            <a:lvl1pPr>
              <a:defRPr sz="27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651250" y="2336874"/>
            <a:ext cx="4069387" cy="3599312"/>
          </a:xfrm>
          <a:noFill/>
          <a:ln>
            <a:noFill/>
          </a:ln>
          <a:effectLst>
            <a:outerShdw blurRad="76200" dist="63500" dir="5040000" algn="tl" rotWithShape="0">
              <a:srgbClr val="000000">
                <a:alpha val="41000"/>
              </a:srgb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10242" y="2336874"/>
            <a:ext cx="2907192" cy="3599315"/>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1793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5929622"/>
            <a:ext cx="1202248" cy="144270"/>
          </a:xfrm>
          <a:prstGeom prst="rect">
            <a:avLst/>
          </a:prstGeom>
        </p:spPr>
      </p:pic>
      <p:sp>
        <p:nvSpPr>
          <p:cNvPr id="10" name="Rectangle 9"/>
          <p:cNvSpPr/>
          <p:nvPr/>
        </p:nvSpPr>
        <p:spPr>
          <a:xfrm>
            <a:off x="0"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2" y="4711617"/>
            <a:ext cx="7210394" cy="453051"/>
          </a:xfrm>
        </p:spPr>
        <p:txBody>
          <a:bodyPr anchor="b">
            <a:normAutofit/>
          </a:bodyPr>
          <a:lstStyle>
            <a:lvl1pPr>
              <a:defRPr sz="1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0242" y="609598"/>
            <a:ext cx="7210394" cy="3589575"/>
          </a:xfrm>
          <a:noFill/>
          <a:ln>
            <a:noFill/>
          </a:ln>
          <a:effectLst>
            <a:outerShdw blurRad="76200" dist="63500" dir="5040000" algn="tl" rotWithShape="0">
              <a:srgbClr val="000000">
                <a:alpha val="41000"/>
              </a:srgb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10239" y="5169584"/>
            <a:ext cx="7210397" cy="62297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47092" y="4711310"/>
            <a:ext cx="865613" cy="1090789"/>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222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5929622"/>
            <a:ext cx="1202248" cy="144270"/>
          </a:xfrm>
          <a:prstGeom prst="rect">
            <a:avLst/>
          </a:prstGeom>
        </p:spPr>
      </p:pic>
      <p:sp>
        <p:nvSpPr>
          <p:cNvPr id="10" name="Rectangle 9"/>
          <p:cNvSpPr/>
          <p:nvPr/>
        </p:nvSpPr>
        <p:spPr>
          <a:xfrm>
            <a:off x="0"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1" y="609597"/>
            <a:ext cx="7210394" cy="3592750"/>
          </a:xfrm>
        </p:spPr>
        <p:txBody>
          <a:bodyPr anchor="ct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510242" y="4711616"/>
            <a:ext cx="7210394" cy="1090789"/>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47092" y="4711616"/>
            <a:ext cx="865613" cy="1090789"/>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37538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7828359" cy="321164"/>
          </a:xfrm>
          <a:prstGeom prst="rect">
            <a:avLst/>
          </a:prstGeom>
        </p:spPr>
      </p:pic>
      <p:pic>
        <p:nvPicPr>
          <p:cNvPr id="13" name="Picture 12"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5929622"/>
            <a:ext cx="1202248" cy="144270"/>
          </a:xfrm>
          <a:prstGeom prst="rect">
            <a:avLst/>
          </a:prstGeom>
        </p:spPr>
      </p:pic>
      <p:sp>
        <p:nvSpPr>
          <p:cNvPr id="14" name="Rectangle 13"/>
          <p:cNvSpPr/>
          <p:nvPr/>
        </p:nvSpPr>
        <p:spPr>
          <a:xfrm>
            <a:off x="0"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92" y="609599"/>
            <a:ext cx="6539158" cy="3036061"/>
          </a:xfrm>
        </p:spPr>
        <p:txBody>
          <a:bodyPr anchor="ctr"/>
          <a:lstStyle>
            <a:lvl1pPr>
              <a:defRPr sz="2400"/>
            </a:lvl1pPr>
          </a:lstStyle>
          <a:p>
            <a:r>
              <a:rPr lang="en-US"/>
              <a:t>Click to edit Master title style</a:t>
            </a:r>
            <a:endParaRPr lang="en-US" dirty="0"/>
          </a:p>
        </p:txBody>
      </p:sp>
      <p:sp>
        <p:nvSpPr>
          <p:cNvPr id="12" name="Text Placeholder 3"/>
          <p:cNvSpPr>
            <a:spLocks noGrp="1"/>
          </p:cNvSpPr>
          <p:nvPr>
            <p:ph type="body" sz="half" idx="13"/>
          </p:nvPr>
        </p:nvSpPr>
        <p:spPr>
          <a:xfrm>
            <a:off x="1051717" y="3653379"/>
            <a:ext cx="6117434"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510242" y="4711616"/>
            <a:ext cx="7210394" cy="1090789"/>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47092" y="4709926"/>
            <a:ext cx="865613" cy="1090789"/>
          </a:xfrm>
        </p:spPr>
        <p:txBody>
          <a:bodyPr/>
          <a:lstStyle/>
          <a:p>
            <a:fld id="{6D22F896-40B5-4ADD-8801-0D06FADFA095}" type="slidenum">
              <a:rPr lang="en-US" smtClean="0"/>
              <a:t>‹#›</a:t>
            </a:fld>
            <a:endParaRPr lang="en-US" dirty="0"/>
          </a:p>
        </p:txBody>
      </p:sp>
      <p:sp>
        <p:nvSpPr>
          <p:cNvPr id="16" name="TextBox 15"/>
          <p:cNvSpPr txBox="1"/>
          <p:nvPr/>
        </p:nvSpPr>
        <p:spPr>
          <a:xfrm>
            <a:off x="437679" y="748116"/>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5400" dirty="0">
                <a:solidFill>
                  <a:schemeClr val="tx1"/>
                </a:solidFill>
                <a:effectLst/>
              </a:rPr>
              <a:t>“</a:t>
            </a:r>
          </a:p>
        </p:txBody>
      </p:sp>
      <p:sp>
        <p:nvSpPr>
          <p:cNvPr id="17" name="TextBox 16"/>
          <p:cNvSpPr txBox="1"/>
          <p:nvPr/>
        </p:nvSpPr>
        <p:spPr>
          <a:xfrm>
            <a:off x="7247107" y="3033524"/>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5400" dirty="0">
                <a:solidFill>
                  <a:schemeClr val="tx1"/>
                </a:solidFill>
                <a:effectLst/>
              </a:rPr>
              <a:t>”</a:t>
            </a:r>
          </a:p>
        </p:txBody>
      </p:sp>
    </p:spTree>
    <p:extLst>
      <p:ext uri="{BB962C8B-B14F-4D97-AF65-F5344CB8AC3E}">
        <p14:creationId xmlns:p14="http://schemas.microsoft.com/office/powerpoint/2010/main" val="2877298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7828359" cy="321164"/>
          </a:xfrm>
          <a:prstGeom prst="rect">
            <a:avLst/>
          </a:prstGeom>
        </p:spPr>
      </p:pic>
      <p:pic>
        <p:nvPicPr>
          <p:cNvPr id="10" name="Picture 9"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5929622"/>
            <a:ext cx="1202248" cy="144270"/>
          </a:xfrm>
          <a:prstGeom prst="rect">
            <a:avLst/>
          </a:prstGeom>
        </p:spPr>
      </p:pic>
      <p:sp>
        <p:nvSpPr>
          <p:cNvPr id="11" name="Rectangle 10"/>
          <p:cNvSpPr/>
          <p:nvPr/>
        </p:nvSpPr>
        <p:spPr>
          <a:xfrm>
            <a:off x="0"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39" y="4711616"/>
            <a:ext cx="7210397" cy="588535"/>
          </a:xfrm>
        </p:spPr>
        <p:txBody>
          <a:bodyPr anchor="b"/>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510240" y="5300150"/>
            <a:ext cx="7210397" cy="502255"/>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47092" y="4709926"/>
            <a:ext cx="865613" cy="1090789"/>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26489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14" name="Picture 13"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6" name="Rectangle 15"/>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501917" y="753228"/>
            <a:ext cx="721872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495709" y="2336873"/>
            <a:ext cx="2302526"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510241" y="3022674"/>
            <a:ext cx="2287277"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2967019" y="2336873"/>
            <a:ext cx="2297430"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2959103" y="3022674"/>
            <a:ext cx="2297430"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418117" y="2336873"/>
            <a:ext cx="2302519"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5418117" y="3022674"/>
            <a:ext cx="2302519"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5856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7" name="Rectangle 16"/>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510242" y="753228"/>
            <a:ext cx="7210395"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10239" y="4297503"/>
            <a:ext cx="2287279"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510239" y="2336873"/>
            <a:ext cx="2287279"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510239" y="4873765"/>
            <a:ext cx="2287279"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2959103" y="4297503"/>
            <a:ext cx="2297430"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2959103" y="2336873"/>
            <a:ext cx="229743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2958088" y="4873764"/>
            <a:ext cx="2300473"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423009" y="4297503"/>
            <a:ext cx="2297629"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423008" y="2336873"/>
            <a:ext cx="2297629"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422915" y="4873762"/>
            <a:ext cx="2300672"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75821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9" name="Rectangle 8"/>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46184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448782" y="2040420"/>
            <a:ext cx="5106988"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7200777" y="5543428"/>
            <a:ext cx="1602997"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7596923" y="609597"/>
            <a:ext cx="80535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0241" y="609598"/>
            <a:ext cx="6652503"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105344" y="5936188"/>
            <a:ext cx="2057400" cy="365125"/>
          </a:xfrm>
        </p:spPr>
        <p:txBody>
          <a:bodyPr/>
          <a:lstStyle/>
          <a:p>
            <a:endParaRPr lang="en-US" dirty="0"/>
          </a:p>
        </p:txBody>
      </p:sp>
      <p:sp>
        <p:nvSpPr>
          <p:cNvPr id="5" name="Footer Placeholder 4"/>
          <p:cNvSpPr>
            <a:spLocks noGrp="1"/>
          </p:cNvSpPr>
          <p:nvPr>
            <p:ph type="ftr" sz="quarter" idx="11"/>
          </p:nvPr>
        </p:nvSpPr>
        <p:spPr>
          <a:xfrm>
            <a:off x="510241" y="5936189"/>
            <a:ext cx="4595104" cy="365125"/>
          </a:xfrm>
        </p:spPr>
        <p:txBody>
          <a:bodyPr/>
          <a:lstStyle/>
          <a:p>
            <a:endParaRPr lang="en-US" dirty="0"/>
          </a:p>
        </p:txBody>
      </p:sp>
      <p:sp>
        <p:nvSpPr>
          <p:cNvPr id="6" name="Slide Number Placeholder 5"/>
          <p:cNvSpPr>
            <a:spLocks noGrp="1"/>
          </p:cNvSpPr>
          <p:nvPr>
            <p:ph type="sldNum" sz="quarter" idx="12"/>
          </p:nvPr>
        </p:nvSpPr>
        <p:spPr>
          <a:xfrm>
            <a:off x="7573163" y="5398634"/>
            <a:ext cx="865613" cy="1090789"/>
          </a:xfrm>
        </p:spPr>
        <p:txBody>
          <a:bodyPr anchor="t"/>
          <a:lstStyle>
            <a:lvl1pPr algn="ctr">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11302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6726063"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787" y="4243845"/>
            <a:ext cx="2307831" cy="276940"/>
          </a:xfrm>
          <a:prstGeom prst="rect">
            <a:avLst/>
          </a:prstGeom>
        </p:spPr>
      </p:pic>
      <p:sp>
        <p:nvSpPr>
          <p:cNvPr id="9" name="Rectangle 8"/>
          <p:cNvSpPr/>
          <p:nvPr/>
        </p:nvSpPr>
        <p:spPr>
          <a:xfrm>
            <a:off x="0" y="2590078"/>
            <a:ext cx="6726064"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7" y="2590078"/>
            <a:ext cx="2307832"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1" y="2733709"/>
            <a:ext cx="6108101" cy="1373070"/>
          </a:xfrm>
        </p:spPr>
        <p:txBody>
          <a:bodyPr anchor="b">
            <a:noAutofit/>
          </a:bodyPr>
          <a:lstStyle>
            <a:lvl1pPr algn="r">
              <a:defRPr sz="4050"/>
            </a:lvl1pPr>
          </a:lstStyle>
          <a:p>
            <a:r>
              <a:rPr lang="en-US"/>
              <a:t>Click to edit Master title style</a:t>
            </a:r>
            <a:endParaRPr lang="en-US" dirty="0"/>
          </a:p>
        </p:txBody>
      </p:sp>
      <p:sp>
        <p:nvSpPr>
          <p:cNvPr id="3" name="Subtitle 2"/>
          <p:cNvSpPr>
            <a:spLocks noGrp="1"/>
          </p:cNvSpPr>
          <p:nvPr>
            <p:ph type="subTitle" idx="1"/>
          </p:nvPr>
        </p:nvSpPr>
        <p:spPr>
          <a:xfrm>
            <a:off x="510241" y="4394040"/>
            <a:ext cx="6108101" cy="1117687"/>
          </a:xfrm>
        </p:spPr>
        <p:txBody>
          <a:bodyPr>
            <a:normAutofit/>
          </a:bodyPr>
          <a:lstStyle>
            <a:lvl1pPr marL="0" indent="0" algn="r">
              <a:buNone/>
              <a:defRPr sz="15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6941510" y="2750337"/>
            <a:ext cx="878916" cy="1356442"/>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18641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7" name="Rectangle 16"/>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45939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7828359"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68" y="4087901"/>
            <a:ext cx="1202248" cy="144270"/>
          </a:xfrm>
          <a:prstGeom prst="rect">
            <a:avLst/>
          </a:prstGeom>
        </p:spPr>
      </p:pic>
      <p:sp>
        <p:nvSpPr>
          <p:cNvPr id="9" name="Rectangle 8"/>
          <p:cNvSpPr/>
          <p:nvPr/>
        </p:nvSpPr>
        <p:spPr>
          <a:xfrm>
            <a:off x="-2" y="2726267"/>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7939369" y="2726267"/>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2" y="2869895"/>
            <a:ext cx="7210395" cy="1090788"/>
          </a:xfrm>
        </p:spPr>
        <p:txBody>
          <a:bodyPr anchor="ctr">
            <a:normAutofit/>
          </a:bodyPr>
          <a:lstStyle>
            <a:lvl1pPr algn="r">
              <a:defRPr sz="2700"/>
            </a:lvl1pPr>
          </a:lstStyle>
          <a:p>
            <a:r>
              <a:rPr lang="en-US"/>
              <a:t>Click to edit Master title style</a:t>
            </a:r>
            <a:endParaRPr lang="en-US" dirty="0"/>
          </a:p>
        </p:txBody>
      </p:sp>
      <p:sp>
        <p:nvSpPr>
          <p:cNvPr id="3" name="Text Placeholder 2"/>
          <p:cNvSpPr>
            <a:spLocks noGrp="1"/>
          </p:cNvSpPr>
          <p:nvPr>
            <p:ph type="body" idx="1"/>
          </p:nvPr>
        </p:nvSpPr>
        <p:spPr>
          <a:xfrm>
            <a:off x="510242" y="4232172"/>
            <a:ext cx="7210395" cy="1704017"/>
          </a:xfrm>
        </p:spPr>
        <p:txBody>
          <a:bodyPr>
            <a:normAutofit/>
          </a:bodyPr>
          <a:lstStyle>
            <a:lvl1pPr marL="0" indent="0" algn="r">
              <a:buNone/>
              <a:defRPr sz="15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8047092" y="2869896"/>
            <a:ext cx="865613" cy="1090789"/>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928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0" name="Rectangle 9"/>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0240" y="2336873"/>
            <a:ext cx="3523769"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195592" y="2336873"/>
            <a:ext cx="3525044"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0854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11" name="Picture 10"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2" name="Rectangle 11"/>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0" y="753230"/>
            <a:ext cx="7210397"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679763" y="2336874"/>
            <a:ext cx="3354245" cy="69313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10242" y="3030009"/>
            <a:ext cx="3523766"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65116" y="2336873"/>
            <a:ext cx="3355521" cy="692076"/>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195593" y="3030009"/>
            <a:ext cx="3525044"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37362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7" name="Picture 6"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8" name="Rectangle 7"/>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7277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6" name="Rectangle 5"/>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35307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0" name="Rectangle 9"/>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1" y="753227"/>
            <a:ext cx="7210394" cy="1080940"/>
          </a:xfrm>
        </p:spPr>
        <p:txBody>
          <a:bodyPr anchor="ct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a:xfrm>
            <a:off x="3514385" y="2336874"/>
            <a:ext cx="4206252"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0241" y="2336873"/>
            <a:ext cx="2842559" cy="3599317"/>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92893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0" name="Rectangle 9"/>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3" y="753228"/>
            <a:ext cx="7210393" cy="1080938"/>
          </a:xfrm>
        </p:spPr>
        <p:txBody>
          <a:bodyPr anchor="ctr">
            <a:normAutofit/>
          </a:bodyPr>
          <a:lstStyle>
            <a:lvl1pPr>
              <a:defRPr sz="27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651250" y="2336874"/>
            <a:ext cx="4069387" cy="3599312"/>
          </a:xfrm>
          <a:noFill/>
          <a:ln>
            <a:noFill/>
          </a:ln>
          <a:effectLst>
            <a:outerShdw blurRad="76200" dist="63500" dir="5040000" algn="tl" rotWithShape="0">
              <a:srgbClr val="000000">
                <a:alpha val="41000"/>
              </a:srgb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10242" y="2336874"/>
            <a:ext cx="2907192" cy="3599315"/>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24535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5929622"/>
            <a:ext cx="1202248" cy="144270"/>
          </a:xfrm>
          <a:prstGeom prst="rect">
            <a:avLst/>
          </a:prstGeom>
        </p:spPr>
      </p:pic>
      <p:sp>
        <p:nvSpPr>
          <p:cNvPr id="10" name="Rectangle 9"/>
          <p:cNvSpPr/>
          <p:nvPr/>
        </p:nvSpPr>
        <p:spPr>
          <a:xfrm>
            <a:off x="0"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2" y="4711617"/>
            <a:ext cx="7210394" cy="453051"/>
          </a:xfrm>
        </p:spPr>
        <p:txBody>
          <a:bodyPr anchor="b">
            <a:normAutofit/>
          </a:bodyPr>
          <a:lstStyle>
            <a:lvl1pPr>
              <a:defRPr sz="1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0242" y="609598"/>
            <a:ext cx="7210394" cy="3589575"/>
          </a:xfrm>
          <a:noFill/>
          <a:ln>
            <a:noFill/>
          </a:ln>
          <a:effectLst>
            <a:outerShdw blurRad="76200" dist="63500" dir="5040000" algn="tl" rotWithShape="0">
              <a:srgbClr val="000000">
                <a:alpha val="41000"/>
              </a:srgb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10239" y="5169584"/>
            <a:ext cx="7210397" cy="62297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47092" y="4711310"/>
            <a:ext cx="865613" cy="1090789"/>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56474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7828359"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5929622"/>
            <a:ext cx="1202248" cy="144270"/>
          </a:xfrm>
          <a:prstGeom prst="rect">
            <a:avLst/>
          </a:prstGeom>
        </p:spPr>
      </p:pic>
      <p:sp>
        <p:nvSpPr>
          <p:cNvPr id="10" name="Rectangle 9"/>
          <p:cNvSpPr/>
          <p:nvPr/>
        </p:nvSpPr>
        <p:spPr>
          <a:xfrm>
            <a:off x="0"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1" y="609597"/>
            <a:ext cx="7210394" cy="3592750"/>
          </a:xfrm>
        </p:spPr>
        <p:txBody>
          <a:bodyPr anchor="ct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510242" y="4711616"/>
            <a:ext cx="7210394" cy="1090789"/>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47092" y="4711616"/>
            <a:ext cx="865613" cy="1090789"/>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083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7828359" cy="321164"/>
          </a:xfrm>
          <a:prstGeom prst="rect">
            <a:avLst/>
          </a:prstGeom>
        </p:spPr>
      </p:pic>
      <p:pic>
        <p:nvPicPr>
          <p:cNvPr id="13" name="Picture 12"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5929622"/>
            <a:ext cx="1202248" cy="144270"/>
          </a:xfrm>
          <a:prstGeom prst="rect">
            <a:avLst/>
          </a:prstGeom>
        </p:spPr>
      </p:pic>
      <p:sp>
        <p:nvSpPr>
          <p:cNvPr id="14" name="Rectangle 13"/>
          <p:cNvSpPr/>
          <p:nvPr/>
        </p:nvSpPr>
        <p:spPr>
          <a:xfrm>
            <a:off x="0"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92" y="609599"/>
            <a:ext cx="6539158" cy="3036061"/>
          </a:xfrm>
        </p:spPr>
        <p:txBody>
          <a:bodyPr anchor="ctr"/>
          <a:lstStyle>
            <a:lvl1pPr>
              <a:defRPr sz="2400"/>
            </a:lvl1pPr>
          </a:lstStyle>
          <a:p>
            <a:r>
              <a:rPr lang="en-US"/>
              <a:t>Click to edit Master title style</a:t>
            </a:r>
            <a:endParaRPr lang="en-US" dirty="0"/>
          </a:p>
        </p:txBody>
      </p:sp>
      <p:sp>
        <p:nvSpPr>
          <p:cNvPr id="12" name="Text Placeholder 3"/>
          <p:cNvSpPr>
            <a:spLocks noGrp="1"/>
          </p:cNvSpPr>
          <p:nvPr>
            <p:ph type="body" sz="half" idx="13"/>
          </p:nvPr>
        </p:nvSpPr>
        <p:spPr>
          <a:xfrm>
            <a:off x="1051717" y="3653379"/>
            <a:ext cx="6117434"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510242" y="4711616"/>
            <a:ext cx="7210394" cy="1090789"/>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47092" y="4709926"/>
            <a:ext cx="865613" cy="1090789"/>
          </a:xfrm>
        </p:spPr>
        <p:txBody>
          <a:bodyPr/>
          <a:lstStyle/>
          <a:p>
            <a:fld id="{6D22F896-40B5-4ADD-8801-0D06FADFA095}" type="slidenum">
              <a:rPr lang="en-US" smtClean="0"/>
              <a:t>‹#›</a:t>
            </a:fld>
            <a:endParaRPr lang="en-US" dirty="0"/>
          </a:p>
        </p:txBody>
      </p:sp>
      <p:sp>
        <p:nvSpPr>
          <p:cNvPr id="16" name="TextBox 15"/>
          <p:cNvSpPr txBox="1"/>
          <p:nvPr/>
        </p:nvSpPr>
        <p:spPr>
          <a:xfrm>
            <a:off x="437679" y="748116"/>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5400" dirty="0">
                <a:solidFill>
                  <a:schemeClr val="tx1"/>
                </a:solidFill>
                <a:effectLst/>
              </a:rPr>
              <a:t>“</a:t>
            </a:r>
          </a:p>
        </p:txBody>
      </p:sp>
      <p:sp>
        <p:nvSpPr>
          <p:cNvPr id="17" name="TextBox 16"/>
          <p:cNvSpPr txBox="1"/>
          <p:nvPr/>
        </p:nvSpPr>
        <p:spPr>
          <a:xfrm>
            <a:off x="7247107" y="3033524"/>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5400" dirty="0">
                <a:solidFill>
                  <a:schemeClr val="tx1"/>
                </a:solidFill>
                <a:effectLst/>
              </a:rPr>
              <a:t>”</a:t>
            </a:r>
          </a:p>
        </p:txBody>
      </p:sp>
    </p:spTree>
    <p:extLst>
      <p:ext uri="{BB962C8B-B14F-4D97-AF65-F5344CB8AC3E}">
        <p14:creationId xmlns:p14="http://schemas.microsoft.com/office/powerpoint/2010/main" val="4083980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7828359" cy="321164"/>
          </a:xfrm>
          <a:prstGeom prst="rect">
            <a:avLst/>
          </a:prstGeom>
        </p:spPr>
      </p:pic>
      <p:pic>
        <p:nvPicPr>
          <p:cNvPr id="10" name="Picture 9"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5929622"/>
            <a:ext cx="1202248" cy="144270"/>
          </a:xfrm>
          <a:prstGeom prst="rect">
            <a:avLst/>
          </a:prstGeom>
        </p:spPr>
      </p:pic>
      <p:sp>
        <p:nvSpPr>
          <p:cNvPr id="11" name="Rectangle 10"/>
          <p:cNvSpPr/>
          <p:nvPr/>
        </p:nvSpPr>
        <p:spPr>
          <a:xfrm>
            <a:off x="0"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39" y="4711616"/>
            <a:ext cx="7210397" cy="588535"/>
          </a:xfrm>
        </p:spPr>
        <p:txBody>
          <a:bodyPr anchor="b"/>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510240" y="5300150"/>
            <a:ext cx="7210397" cy="502255"/>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47092" y="4709926"/>
            <a:ext cx="865613" cy="1090789"/>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04089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14" name="Picture 13"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6" name="Rectangle 15"/>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501917" y="753228"/>
            <a:ext cx="721872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495709" y="2336873"/>
            <a:ext cx="2302526"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510241" y="3022674"/>
            <a:ext cx="2287277"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2967019" y="2336873"/>
            <a:ext cx="2297430"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2959103" y="3022674"/>
            <a:ext cx="2297430"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418117" y="2336873"/>
            <a:ext cx="2302519"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5418117" y="3022674"/>
            <a:ext cx="2302519"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3185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17" name="Rectangle 16"/>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510242" y="753228"/>
            <a:ext cx="7210395"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10239" y="4297503"/>
            <a:ext cx="2287279"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510239" y="2336873"/>
            <a:ext cx="2287279"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510239" y="4873765"/>
            <a:ext cx="2287279"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2959103" y="4297503"/>
            <a:ext cx="2297430"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2959103" y="2336873"/>
            <a:ext cx="229743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2958088" y="4873764"/>
            <a:ext cx="2300473"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423009" y="4297503"/>
            <a:ext cx="2297629"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423008" y="2336873"/>
            <a:ext cx="2297629"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422915" y="4873762"/>
            <a:ext cx="2300672"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75794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7828359"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971234"/>
            <a:ext cx="1202248" cy="144270"/>
          </a:xfrm>
          <a:prstGeom prst="rect">
            <a:avLst/>
          </a:prstGeom>
        </p:spPr>
      </p:pic>
      <p:sp>
        <p:nvSpPr>
          <p:cNvPr id="9" name="Rectangle 8"/>
          <p:cNvSpPr/>
          <p:nvPr/>
        </p:nvSpPr>
        <p:spPr>
          <a:xfrm>
            <a:off x="0"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84607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448782" y="2040420"/>
            <a:ext cx="5106988"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7200777" y="5543428"/>
            <a:ext cx="1602997"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7596923" y="609597"/>
            <a:ext cx="80535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0241" y="609598"/>
            <a:ext cx="6652503"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105344" y="5936188"/>
            <a:ext cx="2057400" cy="365125"/>
          </a:xfrm>
        </p:spPr>
        <p:txBody>
          <a:bodyPr/>
          <a:lstStyle/>
          <a:p>
            <a:endParaRPr lang="en-US" dirty="0"/>
          </a:p>
        </p:txBody>
      </p:sp>
      <p:sp>
        <p:nvSpPr>
          <p:cNvPr id="5" name="Footer Placeholder 4"/>
          <p:cNvSpPr>
            <a:spLocks noGrp="1"/>
          </p:cNvSpPr>
          <p:nvPr>
            <p:ph type="ftr" sz="quarter" idx="11"/>
          </p:nvPr>
        </p:nvSpPr>
        <p:spPr>
          <a:xfrm>
            <a:off x="510241" y="5936189"/>
            <a:ext cx="4595104" cy="365125"/>
          </a:xfrm>
        </p:spPr>
        <p:txBody>
          <a:bodyPr/>
          <a:lstStyle/>
          <a:p>
            <a:endParaRPr lang="en-US" dirty="0"/>
          </a:p>
        </p:txBody>
      </p:sp>
      <p:sp>
        <p:nvSpPr>
          <p:cNvPr id="6" name="Slide Number Placeholder 5"/>
          <p:cNvSpPr>
            <a:spLocks noGrp="1"/>
          </p:cNvSpPr>
          <p:nvPr>
            <p:ph type="sldNum" sz="quarter" idx="12"/>
          </p:nvPr>
        </p:nvSpPr>
        <p:spPr>
          <a:xfrm>
            <a:off x="7573163" y="5398634"/>
            <a:ext cx="865613" cy="1090789"/>
          </a:xfrm>
        </p:spPr>
        <p:txBody>
          <a:bodyPr anchor="t"/>
          <a:lstStyle>
            <a:lvl1pPr algn="ctr">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53392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361D8292-7A5A-44EB-ADEC-AA767D00200F}" type="datetimeFigureOut">
              <a:rPr lang="en-US" smtClean="0"/>
              <a:t>5/26/2024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1070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503092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829D4D-0BFC-4907-B876-8D0F29D25B8B}" type="datetimeFigureOut">
              <a:rPr lang="en-US" smtClean="0"/>
              <a:t>5/26/2024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9522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55361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2310570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380600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318734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1190085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5ABCC35-AE37-4B74-AFDC-2B5B2D807A04}" type="datetimeFigureOut">
              <a:rPr lang="en-US" smtClean="0"/>
              <a:t>5/26/2024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5090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8C462D-6DF3-4641-93DF-AC4EA5041486}" type="slidenum">
              <a:rPr lang="en-US" smtClean="0"/>
              <a:t>‹#›</a:t>
            </a:fld>
            <a:endParaRPr lang="en-US"/>
          </a:p>
        </p:txBody>
      </p:sp>
    </p:spTree>
    <p:extLst>
      <p:ext uri="{BB962C8B-B14F-4D97-AF65-F5344CB8AC3E}">
        <p14:creationId xmlns:p14="http://schemas.microsoft.com/office/powerpoint/2010/main" val="1558905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8C462D-6DF3-4641-93DF-AC4EA5041486}" type="slidenum">
              <a:rPr lang="en-US" smtClean="0"/>
              <a:t>‹#›</a:t>
            </a:fld>
            <a:endParaRPr lang="en-US"/>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9511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1.pn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theme" Target="../theme/theme3.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19" Type="http://schemas.openxmlformats.org/officeDocument/2006/relationships/image" Target="../media/image1.png"/><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theme" Target="../theme/theme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10" Type="http://schemas.openxmlformats.org/officeDocument/2006/relationships/slideLayout" Target="../slideLayouts/slideLayout61.xml"/><Relationship Id="rId19" Type="http://schemas.openxmlformats.org/officeDocument/2006/relationships/image" Target="../media/image1.png"/><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6.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5.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510241" y="753228"/>
            <a:ext cx="7210396"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0241" y="2336873"/>
            <a:ext cx="7210396"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3236" y="5936188"/>
            <a:ext cx="2057400" cy="365125"/>
          </a:xfrm>
          <a:prstGeom prst="rect">
            <a:avLst/>
          </a:prstGeom>
        </p:spPr>
        <p:txBody>
          <a:bodyPr vert="horz" lIns="91440" tIns="45720" rIns="91440" bIns="45720" rtlCol="0" anchor="ctr"/>
          <a:lstStyle>
            <a:lvl1pPr algn="r">
              <a:defRPr sz="788">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510241" y="5936189"/>
            <a:ext cx="5152995" cy="365125"/>
          </a:xfrm>
          <a:prstGeom prst="rect">
            <a:avLst/>
          </a:prstGeom>
        </p:spPr>
        <p:txBody>
          <a:bodyPr vert="horz" lIns="91440" tIns="45720" rIns="91440" bIns="45720" rtlCol="0" anchor="ctr"/>
          <a:lstStyle>
            <a:lvl1pPr algn="l">
              <a:defRPr sz="788">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047092" y="753228"/>
            <a:ext cx="865613" cy="1090789"/>
          </a:xfrm>
          <a:prstGeom prst="rect">
            <a:avLst/>
          </a:prstGeom>
        </p:spPr>
        <p:txBody>
          <a:bodyPr vert="horz" lIns="91440" tIns="45720" rIns="91440" bIns="45720" rtlCol="0" anchor="ctr"/>
          <a:lstStyle>
            <a:lvl1pPr algn="l">
              <a:defRPr sz="2700">
                <a:solidFill>
                  <a:schemeClr val="tx1">
                    <a:tint val="75000"/>
                  </a:schemeClr>
                </a:solidFill>
              </a:defRPr>
            </a:lvl1pPr>
          </a:lstStyle>
          <a:p>
            <a:fld id="{D58C462D-6DF3-4641-93DF-AC4EA5041486}" type="slidenum">
              <a:rPr lang="en-US" smtClean="0"/>
              <a:t>‹#›</a:t>
            </a:fld>
            <a:endParaRPr lang="en-US"/>
          </a:p>
        </p:txBody>
      </p:sp>
    </p:spTree>
    <p:extLst>
      <p:ext uri="{BB962C8B-B14F-4D97-AF65-F5344CB8AC3E}">
        <p14:creationId xmlns:p14="http://schemas.microsoft.com/office/powerpoint/2010/main" val="1115189241"/>
      </p:ext>
    </p:extLst>
  </p:cSld>
  <p:clrMap bg1="dk1" tx1="lt1" bg2="dk2" tx2="lt2" accent1="accent1" accent2="accent2" accent3="accent3" accent4="accent4" accent5="accent5" accent6="accent6" hlink="hlink" folHlink="folHlink"/>
  <p:sldLayoutIdLst>
    <p:sldLayoutId id="2147484646" r:id="rId1"/>
    <p:sldLayoutId id="2147484647" r:id="rId2"/>
    <p:sldLayoutId id="2147484648" r:id="rId3"/>
    <p:sldLayoutId id="2147484649" r:id="rId4"/>
    <p:sldLayoutId id="2147484650" r:id="rId5"/>
    <p:sldLayoutId id="2147484651" r:id="rId6"/>
    <p:sldLayoutId id="2147484652" r:id="rId7"/>
    <p:sldLayoutId id="2147484653" r:id="rId8"/>
    <p:sldLayoutId id="2147484654" r:id="rId9"/>
    <p:sldLayoutId id="2147484655" r:id="rId10"/>
    <p:sldLayoutId id="2147484656" r:id="rId11"/>
    <p:sldLayoutId id="2147484657" r:id="rId12"/>
    <p:sldLayoutId id="2147484658" r:id="rId13"/>
    <p:sldLayoutId id="2147484659" r:id="rId14"/>
    <p:sldLayoutId id="2147484660" r:id="rId15"/>
    <p:sldLayoutId id="2147484661" r:id="rId16"/>
    <p:sldLayoutId id="2147484662"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685800" rtl="0" eaLnBrk="1" latinLnBrk="0" hangingPunct="1">
        <a:lnSpc>
          <a:spcPct val="90000"/>
        </a:lnSpc>
        <a:spcBef>
          <a:spcPct val="0"/>
        </a:spcBef>
        <a:buNone/>
        <a:defRPr sz="27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500" kern="1200">
          <a:solidFill>
            <a:schemeClr val="tx1"/>
          </a:solidFill>
          <a:effectLst>
            <a:outerShdw blurRad="228600" algn="ctr" rotWithShape="0">
              <a:prstClr val="black">
                <a:alpha val="53000"/>
              </a:prstClr>
            </a:outerShdw>
          </a:effectLst>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effectLst>
            <a:outerShdw blurRad="228600" algn="ctr" rotWithShape="0">
              <a:prstClr val="black">
                <a:alpha val="53000"/>
              </a:prstClr>
            </a:outerShdw>
          </a:effectLst>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effectLst>
            <a:outerShdw blurRad="228600" algn="ctr" rotWithShape="0">
              <a:prstClr val="black">
                <a:alpha val="53000"/>
              </a:prstClr>
            </a:outerShdw>
          </a:effectLst>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effectLst>
            <a:outerShdw blurRad="228600" algn="ctr" rotWithShape="0">
              <a:prstClr val="black">
                <a:alpha val="53000"/>
              </a:prstClr>
            </a:outerShdw>
          </a:effectLst>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effectLst>
            <a:outerShdw blurRad="228600" algn="ctr" rotWithShape="0">
              <a:prstClr val="black">
                <a:alpha val="53000"/>
              </a:prstClr>
            </a:outerShdw>
          </a:effectLst>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510241" y="753228"/>
            <a:ext cx="7210396"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0241" y="2336873"/>
            <a:ext cx="7210396"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3236" y="5936188"/>
            <a:ext cx="2057400" cy="365125"/>
          </a:xfrm>
          <a:prstGeom prst="rect">
            <a:avLst/>
          </a:prstGeom>
        </p:spPr>
        <p:txBody>
          <a:bodyPr vert="horz" lIns="91440" tIns="45720" rIns="91440" bIns="45720" rtlCol="0" anchor="ctr"/>
          <a:lstStyle>
            <a:lvl1pPr algn="r">
              <a:defRPr sz="788">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510241" y="5936189"/>
            <a:ext cx="5152995" cy="365125"/>
          </a:xfrm>
          <a:prstGeom prst="rect">
            <a:avLst/>
          </a:prstGeom>
        </p:spPr>
        <p:txBody>
          <a:bodyPr vert="horz" lIns="91440" tIns="45720" rIns="91440" bIns="45720" rtlCol="0" anchor="ctr"/>
          <a:lstStyle>
            <a:lvl1pPr algn="l">
              <a:defRPr sz="788">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047092" y="753228"/>
            <a:ext cx="865613" cy="1090789"/>
          </a:xfrm>
          <a:prstGeom prst="rect">
            <a:avLst/>
          </a:prstGeom>
        </p:spPr>
        <p:txBody>
          <a:bodyPr vert="horz" lIns="91440" tIns="45720" rIns="91440" bIns="45720" rtlCol="0" anchor="ctr"/>
          <a:lstStyle>
            <a:lvl1pPr algn="l">
              <a:defRPr sz="2700">
                <a:solidFill>
                  <a:schemeClr val="tx1">
                    <a:tint val="75000"/>
                  </a:schemeClr>
                </a:solidFill>
              </a:defRPr>
            </a:lvl1pPr>
          </a:lstStyle>
          <a:p>
            <a:fld id="{6D22F896-40B5-4ADD-8801-0D06FADFA095}" type="slidenum">
              <a:rPr lang="en-US" dirty="0"/>
              <a:pPr/>
              <a:t>‹#›</a:t>
            </a:fld>
            <a:endParaRPr lang="en-US" dirty="0"/>
          </a:p>
        </p:txBody>
      </p:sp>
    </p:spTree>
    <p:extLst>
      <p:ext uri="{BB962C8B-B14F-4D97-AF65-F5344CB8AC3E}">
        <p14:creationId xmlns:p14="http://schemas.microsoft.com/office/powerpoint/2010/main" val="4039109435"/>
      </p:ext>
    </p:extLst>
  </p:cSld>
  <p:clrMap bg1="dk1" tx1="lt1" bg2="dk2" tx2="lt2" accent1="accent1" accent2="accent2" accent3="accent3" accent4="accent4" accent5="accent5" accent6="accent6" hlink="hlink" folHlink="folHlink"/>
  <p:sldLayoutIdLst>
    <p:sldLayoutId id="2147484664" r:id="rId1"/>
    <p:sldLayoutId id="2147484665" r:id="rId2"/>
    <p:sldLayoutId id="2147484666" r:id="rId3"/>
    <p:sldLayoutId id="2147484667" r:id="rId4"/>
    <p:sldLayoutId id="2147484668" r:id="rId5"/>
    <p:sldLayoutId id="2147484669" r:id="rId6"/>
    <p:sldLayoutId id="2147484670" r:id="rId7"/>
    <p:sldLayoutId id="2147484671" r:id="rId8"/>
    <p:sldLayoutId id="2147484672" r:id="rId9"/>
    <p:sldLayoutId id="2147484673" r:id="rId10"/>
    <p:sldLayoutId id="2147484674" r:id="rId11"/>
    <p:sldLayoutId id="2147484675" r:id="rId12"/>
    <p:sldLayoutId id="2147484676" r:id="rId13"/>
    <p:sldLayoutId id="2147484677" r:id="rId14"/>
    <p:sldLayoutId id="2147484678" r:id="rId15"/>
    <p:sldLayoutId id="2147484679" r:id="rId16"/>
    <p:sldLayoutId id="2147484680"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685800" rtl="0" eaLnBrk="1" latinLnBrk="0" hangingPunct="1">
        <a:lnSpc>
          <a:spcPct val="90000"/>
        </a:lnSpc>
        <a:spcBef>
          <a:spcPct val="0"/>
        </a:spcBef>
        <a:buNone/>
        <a:defRPr sz="27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510241" y="753228"/>
            <a:ext cx="7210396"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0241" y="2336873"/>
            <a:ext cx="7210396"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3236" y="5936188"/>
            <a:ext cx="2057400" cy="365125"/>
          </a:xfrm>
          <a:prstGeom prst="rect">
            <a:avLst/>
          </a:prstGeom>
        </p:spPr>
        <p:txBody>
          <a:bodyPr vert="horz" lIns="91440" tIns="45720" rIns="91440" bIns="45720" rtlCol="0" anchor="ctr"/>
          <a:lstStyle>
            <a:lvl1pPr algn="r">
              <a:defRPr sz="788">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510241" y="5936189"/>
            <a:ext cx="5152995" cy="365125"/>
          </a:xfrm>
          <a:prstGeom prst="rect">
            <a:avLst/>
          </a:prstGeom>
        </p:spPr>
        <p:txBody>
          <a:bodyPr vert="horz" lIns="91440" tIns="45720" rIns="91440" bIns="45720" rtlCol="0" anchor="ctr"/>
          <a:lstStyle>
            <a:lvl1pPr algn="l">
              <a:defRPr sz="788">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047092" y="753228"/>
            <a:ext cx="865613" cy="1090789"/>
          </a:xfrm>
          <a:prstGeom prst="rect">
            <a:avLst/>
          </a:prstGeom>
        </p:spPr>
        <p:txBody>
          <a:bodyPr vert="horz" lIns="91440" tIns="45720" rIns="91440" bIns="45720" rtlCol="0" anchor="ctr"/>
          <a:lstStyle>
            <a:lvl1pPr algn="l">
              <a:defRPr sz="27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241120742"/>
      </p:ext>
    </p:extLst>
  </p:cSld>
  <p:clrMap bg1="dk1" tx1="lt1" bg2="dk2" tx2="lt2" accent1="accent1" accent2="accent2" accent3="accent3" accent4="accent4" accent5="accent5" accent6="accent6" hlink="hlink" folHlink="folHlink"/>
  <p:sldLayoutIdLst>
    <p:sldLayoutId id="2147484682" r:id="rId1"/>
    <p:sldLayoutId id="2147484683" r:id="rId2"/>
    <p:sldLayoutId id="2147484684" r:id="rId3"/>
    <p:sldLayoutId id="2147484685" r:id="rId4"/>
    <p:sldLayoutId id="2147484686" r:id="rId5"/>
    <p:sldLayoutId id="2147484687" r:id="rId6"/>
    <p:sldLayoutId id="2147484688" r:id="rId7"/>
    <p:sldLayoutId id="2147484689" r:id="rId8"/>
    <p:sldLayoutId id="2147484690" r:id="rId9"/>
    <p:sldLayoutId id="2147484691" r:id="rId10"/>
    <p:sldLayoutId id="2147484692" r:id="rId11"/>
    <p:sldLayoutId id="2147484693" r:id="rId12"/>
    <p:sldLayoutId id="2147484694" r:id="rId13"/>
    <p:sldLayoutId id="2147484695" r:id="rId14"/>
    <p:sldLayoutId id="2147484696" r:id="rId15"/>
    <p:sldLayoutId id="2147484697" r:id="rId16"/>
    <p:sldLayoutId id="2147484698"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685800" rtl="0" eaLnBrk="1" latinLnBrk="0" hangingPunct="1">
        <a:lnSpc>
          <a:spcPct val="90000"/>
        </a:lnSpc>
        <a:spcBef>
          <a:spcPct val="0"/>
        </a:spcBef>
        <a:buNone/>
        <a:defRPr sz="27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510241" y="753228"/>
            <a:ext cx="7210396"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0241" y="2336873"/>
            <a:ext cx="7210396"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3236" y="5936188"/>
            <a:ext cx="2057400" cy="365125"/>
          </a:xfrm>
          <a:prstGeom prst="rect">
            <a:avLst/>
          </a:prstGeom>
        </p:spPr>
        <p:txBody>
          <a:bodyPr vert="horz" lIns="91440" tIns="45720" rIns="91440" bIns="45720" rtlCol="0" anchor="ctr"/>
          <a:lstStyle>
            <a:lvl1pPr algn="r">
              <a:defRPr sz="788">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510241" y="5936189"/>
            <a:ext cx="5152995" cy="365125"/>
          </a:xfrm>
          <a:prstGeom prst="rect">
            <a:avLst/>
          </a:prstGeom>
        </p:spPr>
        <p:txBody>
          <a:bodyPr vert="horz" lIns="91440" tIns="45720" rIns="91440" bIns="45720" rtlCol="0" anchor="ctr"/>
          <a:lstStyle>
            <a:lvl1pPr algn="l">
              <a:defRPr sz="788">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047092" y="753228"/>
            <a:ext cx="865613" cy="1090789"/>
          </a:xfrm>
          <a:prstGeom prst="rect">
            <a:avLst/>
          </a:prstGeom>
        </p:spPr>
        <p:txBody>
          <a:bodyPr vert="horz" lIns="91440" tIns="45720" rIns="91440" bIns="45720" rtlCol="0" anchor="ctr"/>
          <a:lstStyle>
            <a:lvl1pPr algn="l">
              <a:defRPr sz="27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081671534"/>
      </p:ext>
    </p:extLst>
  </p:cSld>
  <p:clrMap bg1="dk1" tx1="lt1" bg2="dk2" tx2="lt2" accent1="accent1" accent2="accent2" accent3="accent3" accent4="accent4" accent5="accent5" accent6="accent6" hlink="hlink" folHlink="folHlink"/>
  <p:sldLayoutIdLst>
    <p:sldLayoutId id="2147484700" r:id="rId1"/>
    <p:sldLayoutId id="2147484701" r:id="rId2"/>
    <p:sldLayoutId id="2147484702" r:id="rId3"/>
    <p:sldLayoutId id="2147484703" r:id="rId4"/>
    <p:sldLayoutId id="2147484704" r:id="rId5"/>
    <p:sldLayoutId id="2147484705" r:id="rId6"/>
    <p:sldLayoutId id="2147484706" r:id="rId7"/>
    <p:sldLayoutId id="2147484707" r:id="rId8"/>
    <p:sldLayoutId id="2147484708" r:id="rId9"/>
    <p:sldLayoutId id="2147484709" r:id="rId10"/>
    <p:sldLayoutId id="2147484710" r:id="rId11"/>
    <p:sldLayoutId id="2147484711" r:id="rId12"/>
    <p:sldLayoutId id="2147484712" r:id="rId13"/>
    <p:sldLayoutId id="2147484713" r:id="rId14"/>
    <p:sldLayoutId id="2147484714" r:id="rId15"/>
    <p:sldLayoutId id="2147484715" r:id="rId16"/>
    <p:sldLayoutId id="2147484716"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685800" rtl="0" eaLnBrk="1" latinLnBrk="0" hangingPunct="1">
        <a:lnSpc>
          <a:spcPct val="90000"/>
        </a:lnSpc>
        <a:spcBef>
          <a:spcPct val="0"/>
        </a:spcBef>
        <a:buNone/>
        <a:defRPr sz="27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endParaRPr lang="en-US"/>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58C462D-6DF3-4641-93DF-AC4EA5041486}" type="slidenum">
              <a:rPr lang="en-US" smtClean="0"/>
              <a:t>‹#›</a:t>
            </a:fld>
            <a:endParaRPr lang="en-US"/>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6518944"/>
      </p:ext>
    </p:extLst>
  </p:cSld>
  <p:clrMap bg1="lt1" tx1="dk1" bg2="lt2" tx2="dk2" accent1="accent1" accent2="accent2" accent3="accent3" accent4="accent4" accent5="accent5" accent6="accent6" hlink="hlink" folHlink="folHlink"/>
  <p:sldLayoutIdLst>
    <p:sldLayoutId id="2147484790" r:id="rId1"/>
    <p:sldLayoutId id="2147484791" r:id="rId2"/>
    <p:sldLayoutId id="2147484792" r:id="rId3"/>
    <p:sldLayoutId id="2147484793" r:id="rId4"/>
    <p:sldLayoutId id="2147484794" r:id="rId5"/>
    <p:sldLayoutId id="2147484795" r:id="rId6"/>
    <p:sldLayoutId id="2147484796" r:id="rId7"/>
    <p:sldLayoutId id="2147484797" r:id="rId8"/>
    <p:sldLayoutId id="2147484798" r:id="rId9"/>
    <p:sldLayoutId id="2147484799" r:id="rId10"/>
    <p:sldLayoutId id="2147484800"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9.xml.rels><?xml version="1.0" encoding="UTF-8" standalone="yes"?>
<Relationships xmlns="http://schemas.openxmlformats.org/package/2006/relationships"><Relationship Id="rId3" Type="http://schemas.openxmlformats.org/officeDocument/2006/relationships/hyperlink" Target="https://sites.google.com/site/schhatkuli/" TargetMode="External"/><Relationship Id="rId7" Type="http://schemas.openxmlformats.org/officeDocument/2006/relationships/hyperlink" Target="https://tinyurl.com/y5gaj8d9" TargetMode="External"/><Relationship Id="rId2" Type="http://schemas.openxmlformats.org/officeDocument/2006/relationships/hyperlink" Target="mailto:schhatkuli@gmail.com" TargetMode="External"/><Relationship Id="rId1" Type="http://schemas.openxmlformats.org/officeDocument/2006/relationships/slideLayout" Target="../slideLayouts/slideLayout70.xml"/><Relationship Id="rId6" Type="http://schemas.openxmlformats.org/officeDocument/2006/relationships/hyperlink" Target="https://tinyurl.com/yyeoxt66" TargetMode="External"/><Relationship Id="rId5" Type="http://schemas.openxmlformats.org/officeDocument/2006/relationships/hyperlink" Target="https://tinyurl.com/mrxx52ux" TargetMode="External"/><Relationship Id="rId4" Type="http://schemas.openxmlformats.org/officeDocument/2006/relationships/hyperlink" Target="https://tinyurl.com/yyndvghb"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0.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38200"/>
            <a:ext cx="7772400" cy="1066800"/>
          </a:xfrm>
        </p:spPr>
        <p:txBody>
          <a:bodyPr>
            <a:normAutofit/>
          </a:bodyPr>
          <a:lstStyle/>
          <a:p>
            <a:r>
              <a:rPr lang="en-US" dirty="0"/>
              <a:t>BSCSIT</a:t>
            </a:r>
          </a:p>
        </p:txBody>
      </p:sp>
      <p:sp>
        <p:nvSpPr>
          <p:cNvPr id="3" name="Subtitle 2"/>
          <p:cNvSpPr>
            <a:spLocks noGrp="1"/>
          </p:cNvSpPr>
          <p:nvPr>
            <p:ph type="subTitle" idx="1"/>
          </p:nvPr>
        </p:nvSpPr>
        <p:spPr>
          <a:xfrm>
            <a:off x="1371600" y="3556000"/>
            <a:ext cx="6400800" cy="2235199"/>
          </a:xfrm>
        </p:spPr>
        <p:txBody>
          <a:bodyPr>
            <a:normAutofit/>
          </a:bodyPr>
          <a:lstStyle/>
          <a:p>
            <a:r>
              <a:rPr lang="en-US" dirty="0"/>
              <a:t>Statistics I</a:t>
            </a:r>
          </a:p>
          <a:p>
            <a:r>
              <a:rPr lang="en-US" dirty="0"/>
              <a:t>Course Overview</a:t>
            </a:r>
          </a:p>
          <a:p>
            <a:r>
              <a:rPr lang="en-US" dirty="0" err="1"/>
              <a:t>Santosh</a:t>
            </a:r>
            <a:r>
              <a:rPr lang="en-US" dirty="0"/>
              <a:t> </a:t>
            </a:r>
            <a:r>
              <a:rPr lang="en-US" dirty="0" err="1"/>
              <a:t>Chhatkuli</a:t>
            </a:r>
            <a:endParaRPr lang="en-US" dirty="0"/>
          </a:p>
          <a:p>
            <a:r>
              <a:rPr lang="en-US" dirty="0"/>
              <a:t>Lecturer of Statistics</a:t>
            </a:r>
          </a:p>
          <a:p>
            <a:r>
              <a:rPr lang="en-US" dirty="0"/>
              <a:t>Department of Computer science </a:t>
            </a:r>
          </a:p>
          <a:p>
            <a:r>
              <a:rPr lang="en-US" dirty="0" err="1"/>
              <a:t>Amrit</a:t>
            </a:r>
            <a:r>
              <a:rPr lang="en-US" dirty="0"/>
              <a:t> science college</a:t>
            </a:r>
          </a:p>
        </p:txBody>
      </p:sp>
    </p:spTree>
    <p:extLst>
      <p:ext uri="{BB962C8B-B14F-4D97-AF65-F5344CB8AC3E}">
        <p14:creationId xmlns:p14="http://schemas.microsoft.com/office/powerpoint/2010/main" val="2265855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47800" y="381000"/>
            <a:ext cx="5937755" cy="1188720"/>
          </a:xfrm>
        </p:spPr>
        <p:txBody>
          <a:bodyPr/>
          <a:lstStyle/>
          <a:p>
            <a:r>
              <a:rPr lang="en-US" dirty="0"/>
              <a:t>Course</a:t>
            </a:r>
          </a:p>
        </p:txBody>
      </p:sp>
      <p:sp>
        <p:nvSpPr>
          <p:cNvPr id="3" name="Content Placeholder 2"/>
          <p:cNvSpPr>
            <a:spLocks noGrp="1"/>
          </p:cNvSpPr>
          <p:nvPr>
            <p:ph idx="1"/>
          </p:nvPr>
        </p:nvSpPr>
        <p:spPr>
          <a:xfrm>
            <a:off x="457200" y="1676400"/>
            <a:ext cx="8229600" cy="4800600"/>
          </a:xfrm>
        </p:spPr>
        <p:txBody>
          <a:bodyPr>
            <a:normAutofit/>
          </a:bodyPr>
          <a:lstStyle/>
          <a:p>
            <a:pPr marL="0" indent="0">
              <a:buNone/>
            </a:pPr>
            <a:r>
              <a:rPr lang="en-US" sz="4000" dirty="0"/>
              <a:t>Course title: Statistics I</a:t>
            </a:r>
          </a:p>
          <a:p>
            <a:pPr marL="0" indent="0">
              <a:buNone/>
            </a:pPr>
            <a:r>
              <a:rPr lang="en-US" sz="4000" dirty="0"/>
              <a:t>Course Code: STA 164</a:t>
            </a:r>
          </a:p>
          <a:p>
            <a:pPr marL="0" indent="0">
              <a:buNone/>
            </a:pPr>
            <a:r>
              <a:rPr lang="en-US" sz="4000" dirty="0"/>
              <a:t>Credit Hour: 3</a:t>
            </a:r>
          </a:p>
          <a:p>
            <a:pPr marL="0" indent="0">
              <a:buNone/>
            </a:pPr>
            <a:r>
              <a:rPr lang="en-US" sz="4000" dirty="0"/>
              <a:t>Nature of Course: Theory (3 Hours)          				    + Lab (3 Hours)</a:t>
            </a:r>
          </a:p>
          <a:p>
            <a:pPr marL="0" indent="0">
              <a:buNone/>
            </a:pPr>
            <a:r>
              <a:rPr lang="en-US" sz="4000" dirty="0"/>
              <a:t>Course Option: Elective</a:t>
            </a:r>
          </a:p>
          <a:p>
            <a:pPr marL="0" indent="0">
              <a:buNone/>
            </a:pPr>
            <a:r>
              <a:rPr lang="en-US" dirty="0"/>
              <a:t> </a:t>
            </a:r>
          </a:p>
          <a:p>
            <a:pPr marL="0" indent="0">
              <a:buNone/>
            </a:pPr>
            <a:endParaRPr lang="en-US" dirty="0"/>
          </a:p>
        </p:txBody>
      </p:sp>
      <p:sp>
        <p:nvSpPr>
          <p:cNvPr id="2" name="Slide Number Placeholder 1">
            <a:extLst>
              <a:ext uri="{FF2B5EF4-FFF2-40B4-BE49-F238E27FC236}">
                <a16:creationId xmlns:a16="http://schemas.microsoft.com/office/drawing/2014/main" id="{59F501E8-AAC7-476A-89EE-8C0A97A2BC42}"/>
              </a:ext>
            </a:extLst>
          </p:cNvPr>
          <p:cNvSpPr>
            <a:spLocks noGrp="1"/>
          </p:cNvSpPr>
          <p:nvPr>
            <p:ph type="sldNum" sz="quarter" idx="12"/>
          </p:nvPr>
        </p:nvSpPr>
        <p:spPr/>
        <p:txBody>
          <a:bodyPr/>
          <a:lstStyle/>
          <a:p>
            <a:fld id="{D58C462D-6DF3-4641-93DF-AC4EA5041486}" type="slidenum">
              <a:rPr lang="en-US" smtClean="0"/>
              <a:t>2</a:t>
            </a:fld>
            <a:endParaRPr lang="en-US"/>
          </a:p>
        </p:txBody>
      </p:sp>
    </p:spTree>
    <p:extLst>
      <p:ext uri="{BB962C8B-B14F-4D97-AF65-F5344CB8AC3E}">
        <p14:creationId xmlns:p14="http://schemas.microsoft.com/office/powerpoint/2010/main" val="2853380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Evaluation</a:t>
            </a:r>
          </a:p>
        </p:txBody>
      </p:sp>
      <p:sp>
        <p:nvSpPr>
          <p:cNvPr id="3" name="Content Placeholder 2"/>
          <p:cNvSpPr>
            <a:spLocks noGrp="1"/>
          </p:cNvSpPr>
          <p:nvPr>
            <p:ph idx="1"/>
          </p:nvPr>
        </p:nvSpPr>
        <p:spPr>
          <a:xfrm>
            <a:off x="457200" y="1676400"/>
            <a:ext cx="8229600" cy="4495800"/>
          </a:xfrm>
        </p:spPr>
        <p:txBody>
          <a:bodyPr/>
          <a:lstStyle/>
          <a:p>
            <a:pPr marL="0" indent="0">
              <a:buNone/>
            </a:pPr>
            <a:r>
              <a:rPr lang="en-US" dirty="0"/>
              <a:t>	</a:t>
            </a:r>
            <a:r>
              <a:rPr lang="en-US" sz="2800" b="1" dirty="0"/>
              <a:t>Component				F.M.	P.M.</a:t>
            </a:r>
          </a:p>
          <a:p>
            <a:pPr marL="0" indent="0">
              <a:buNone/>
            </a:pPr>
            <a:r>
              <a:rPr lang="en-US" sz="2800" dirty="0"/>
              <a:t>	TU Board Examination	 	 60	  24</a:t>
            </a:r>
          </a:p>
          <a:p>
            <a:pPr marL="0" indent="0">
              <a:buNone/>
            </a:pPr>
            <a:r>
              <a:rPr lang="en-US" sz="2800" dirty="0"/>
              <a:t>	Practical Test + Viva		 20	   8</a:t>
            </a:r>
          </a:p>
          <a:p>
            <a:pPr marL="0" indent="0">
              <a:buNone/>
            </a:pPr>
            <a:r>
              <a:rPr lang="en-US" sz="2800" dirty="0"/>
              <a:t>	Internal Evaluation 		 20	   8</a:t>
            </a:r>
          </a:p>
          <a:p>
            <a:pPr marL="0" indent="0">
              <a:buNone/>
            </a:pPr>
            <a:r>
              <a:rPr lang="en-US" sz="2800" dirty="0"/>
              <a:t>	---------------------------------------------------------</a:t>
            </a:r>
          </a:p>
          <a:p>
            <a:pPr marL="0" indent="0">
              <a:buNone/>
            </a:pPr>
            <a:r>
              <a:rPr lang="en-US" sz="2800" dirty="0"/>
              <a:t>	Total			                 	100	   40</a:t>
            </a:r>
          </a:p>
        </p:txBody>
      </p:sp>
      <p:sp>
        <p:nvSpPr>
          <p:cNvPr id="4" name="Slide Number Placeholder 3">
            <a:extLst>
              <a:ext uri="{FF2B5EF4-FFF2-40B4-BE49-F238E27FC236}">
                <a16:creationId xmlns:a16="http://schemas.microsoft.com/office/drawing/2014/main" id="{A558FCBF-BBA1-4D3F-AE28-57C9E84835E1}"/>
              </a:ext>
            </a:extLst>
          </p:cNvPr>
          <p:cNvSpPr>
            <a:spLocks noGrp="1"/>
          </p:cNvSpPr>
          <p:nvPr>
            <p:ph type="sldNum" sz="quarter" idx="12"/>
          </p:nvPr>
        </p:nvSpPr>
        <p:spPr/>
        <p:txBody>
          <a:bodyPr/>
          <a:lstStyle/>
          <a:p>
            <a:fld id="{D58C462D-6DF3-4641-93DF-AC4EA5041486}" type="slidenum">
              <a:rPr lang="en-US" smtClean="0"/>
              <a:t>3</a:t>
            </a:fld>
            <a:endParaRPr lang="en-US"/>
          </a:p>
        </p:txBody>
      </p:sp>
    </p:spTree>
    <p:extLst>
      <p:ext uri="{BB962C8B-B14F-4D97-AF65-F5344CB8AC3E}">
        <p14:creationId xmlns:p14="http://schemas.microsoft.com/office/powerpoint/2010/main" val="2303662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457518"/>
            <a:ext cx="7543800" cy="761682"/>
          </a:xfrm>
        </p:spPr>
        <p:txBody>
          <a:bodyPr/>
          <a:lstStyle/>
          <a:p>
            <a:r>
              <a:rPr lang="en-US" dirty="0"/>
              <a:t>TU Board Examination</a:t>
            </a:r>
          </a:p>
        </p:txBody>
      </p:sp>
      <p:sp>
        <p:nvSpPr>
          <p:cNvPr id="3" name="Content Placeholder 2"/>
          <p:cNvSpPr>
            <a:spLocks noGrp="1"/>
          </p:cNvSpPr>
          <p:nvPr>
            <p:ph idx="1"/>
          </p:nvPr>
        </p:nvSpPr>
        <p:spPr>
          <a:xfrm>
            <a:off x="800100" y="1524000"/>
            <a:ext cx="7543800" cy="4648201"/>
          </a:xfrm>
        </p:spPr>
        <p:txBody>
          <a:bodyPr>
            <a:normAutofit/>
          </a:bodyPr>
          <a:lstStyle/>
          <a:p>
            <a:pPr marL="0" indent="0">
              <a:buNone/>
            </a:pPr>
            <a:r>
              <a:rPr lang="en-US" dirty="0"/>
              <a:t>There are two question groups: </a:t>
            </a:r>
          </a:p>
          <a:p>
            <a:r>
              <a:rPr lang="en-US" dirty="0"/>
              <a:t>Group A (Long questions group) </a:t>
            </a:r>
          </a:p>
          <a:p>
            <a:r>
              <a:rPr lang="en-US" dirty="0"/>
              <a:t>Group B (Short questions group)</a:t>
            </a:r>
          </a:p>
          <a:p>
            <a:pPr marL="0" indent="0">
              <a:buNone/>
            </a:pPr>
            <a:r>
              <a:rPr lang="en-US" dirty="0"/>
              <a:t>Two questions from group A and eight questions from group B have to be solved. Each long question carries 10 marks and each short questions carries 5 marks.</a:t>
            </a:r>
          </a:p>
          <a:p>
            <a:pPr marL="0" indent="0">
              <a:buNone/>
            </a:pPr>
            <a:r>
              <a:rPr lang="en-US" dirty="0"/>
              <a:t>	2 x 10 = 20</a:t>
            </a:r>
          </a:p>
          <a:p>
            <a:pPr marL="0" indent="0">
              <a:buNone/>
            </a:pPr>
            <a:r>
              <a:rPr lang="en-US" dirty="0"/>
              <a:t>	8 x  5  = 40</a:t>
            </a:r>
          </a:p>
          <a:p>
            <a:pPr marL="0" indent="0">
              <a:buNone/>
            </a:pPr>
            <a:r>
              <a:rPr lang="en-US" dirty="0"/>
              <a:t>	----------------</a:t>
            </a:r>
          </a:p>
          <a:p>
            <a:pPr marL="0" indent="0">
              <a:buNone/>
            </a:pPr>
            <a:r>
              <a:rPr lang="en-US" dirty="0"/>
              <a:t>	Total   = 60</a:t>
            </a:r>
          </a:p>
        </p:txBody>
      </p:sp>
      <p:sp>
        <p:nvSpPr>
          <p:cNvPr id="4" name="Slide Number Placeholder 3">
            <a:extLst>
              <a:ext uri="{FF2B5EF4-FFF2-40B4-BE49-F238E27FC236}">
                <a16:creationId xmlns:a16="http://schemas.microsoft.com/office/drawing/2014/main" id="{126D0AE3-6A9A-4A01-ACC8-EF9CDBB13916}"/>
              </a:ext>
            </a:extLst>
          </p:cNvPr>
          <p:cNvSpPr>
            <a:spLocks noGrp="1"/>
          </p:cNvSpPr>
          <p:nvPr>
            <p:ph type="sldNum" sz="quarter" idx="12"/>
          </p:nvPr>
        </p:nvSpPr>
        <p:spPr/>
        <p:txBody>
          <a:bodyPr/>
          <a:lstStyle/>
          <a:p>
            <a:fld id="{D58C462D-6DF3-4641-93DF-AC4EA5041486}" type="slidenum">
              <a:rPr lang="en-US" smtClean="0"/>
              <a:t>4</a:t>
            </a:fld>
            <a:endParaRPr lang="en-US"/>
          </a:p>
        </p:txBody>
      </p:sp>
    </p:spTree>
    <p:extLst>
      <p:ext uri="{BB962C8B-B14F-4D97-AF65-F5344CB8AC3E}">
        <p14:creationId xmlns:p14="http://schemas.microsoft.com/office/powerpoint/2010/main" val="2437705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Practical Examination</a:t>
            </a:r>
          </a:p>
        </p:txBody>
      </p:sp>
      <p:sp>
        <p:nvSpPr>
          <p:cNvPr id="3" name="Content Placeholder 2"/>
          <p:cNvSpPr>
            <a:spLocks noGrp="1"/>
          </p:cNvSpPr>
          <p:nvPr>
            <p:ph idx="1"/>
          </p:nvPr>
        </p:nvSpPr>
        <p:spPr>
          <a:xfrm>
            <a:off x="571500" y="1993393"/>
            <a:ext cx="8001000" cy="3766185"/>
          </a:xfrm>
        </p:spPr>
        <p:txBody>
          <a:bodyPr>
            <a:normAutofit/>
          </a:bodyPr>
          <a:lstStyle/>
          <a:p>
            <a:pPr marL="0" indent="0">
              <a:buNone/>
            </a:pPr>
            <a:r>
              <a:rPr lang="en-US" sz="2400" dirty="0"/>
              <a:t>Practical exam is held after TU board examination. Practical exam carries 20 marks. It is evaluated by following way.</a:t>
            </a:r>
          </a:p>
          <a:p>
            <a:pPr marL="0" indent="0">
              <a:buNone/>
            </a:pPr>
            <a:r>
              <a:rPr lang="en-US" sz="2400" dirty="0"/>
              <a:t>Lab test using statistical software	 10</a:t>
            </a:r>
          </a:p>
          <a:p>
            <a:pPr marL="0" indent="0">
              <a:buNone/>
            </a:pPr>
            <a:r>
              <a:rPr lang="en-US" sz="2400" dirty="0"/>
              <a:t>Viva				  	  5</a:t>
            </a:r>
          </a:p>
          <a:p>
            <a:pPr marL="0" indent="0">
              <a:buNone/>
            </a:pPr>
            <a:r>
              <a:rPr lang="en-US" sz="2400" dirty="0"/>
              <a:t>Statistical Practical		  	  5</a:t>
            </a:r>
          </a:p>
          <a:p>
            <a:pPr marL="0" indent="0">
              <a:buNone/>
            </a:pPr>
            <a:r>
              <a:rPr lang="en-US" sz="2400" dirty="0"/>
              <a:t>------------------------------------------------------</a:t>
            </a:r>
          </a:p>
          <a:p>
            <a:pPr marL="0" indent="0">
              <a:buNone/>
            </a:pPr>
            <a:r>
              <a:rPr lang="en-US" sz="2400" dirty="0"/>
              <a:t>	Total 				 20</a:t>
            </a:r>
          </a:p>
        </p:txBody>
      </p:sp>
      <p:sp>
        <p:nvSpPr>
          <p:cNvPr id="4" name="Slide Number Placeholder 3">
            <a:extLst>
              <a:ext uri="{FF2B5EF4-FFF2-40B4-BE49-F238E27FC236}">
                <a16:creationId xmlns:a16="http://schemas.microsoft.com/office/drawing/2014/main" id="{BF0357D3-9A21-44E6-B422-D29EAC3A86F3}"/>
              </a:ext>
            </a:extLst>
          </p:cNvPr>
          <p:cNvSpPr>
            <a:spLocks noGrp="1"/>
          </p:cNvSpPr>
          <p:nvPr>
            <p:ph type="sldNum" sz="quarter" idx="12"/>
          </p:nvPr>
        </p:nvSpPr>
        <p:spPr/>
        <p:txBody>
          <a:bodyPr/>
          <a:lstStyle/>
          <a:p>
            <a:fld id="{D58C462D-6DF3-4641-93DF-AC4EA5041486}" type="slidenum">
              <a:rPr lang="en-US" smtClean="0"/>
              <a:t>5</a:t>
            </a:fld>
            <a:endParaRPr lang="en-US"/>
          </a:p>
        </p:txBody>
      </p:sp>
    </p:spTree>
    <p:extLst>
      <p:ext uri="{BB962C8B-B14F-4D97-AF65-F5344CB8AC3E}">
        <p14:creationId xmlns:p14="http://schemas.microsoft.com/office/powerpoint/2010/main" val="1311122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457518"/>
            <a:ext cx="7543800" cy="685482"/>
          </a:xfrm>
        </p:spPr>
        <p:txBody>
          <a:bodyPr>
            <a:normAutofit/>
          </a:bodyPr>
          <a:lstStyle/>
          <a:p>
            <a:r>
              <a:rPr lang="en-US" dirty="0"/>
              <a:t>Internal Evaluation</a:t>
            </a:r>
          </a:p>
        </p:txBody>
      </p:sp>
      <p:sp>
        <p:nvSpPr>
          <p:cNvPr id="3" name="Content Placeholder 2"/>
          <p:cNvSpPr>
            <a:spLocks noGrp="1"/>
          </p:cNvSpPr>
          <p:nvPr>
            <p:ph idx="1"/>
          </p:nvPr>
        </p:nvSpPr>
        <p:spPr>
          <a:xfrm>
            <a:off x="800100" y="1447800"/>
            <a:ext cx="7734300" cy="4724401"/>
          </a:xfrm>
        </p:spPr>
        <p:txBody>
          <a:bodyPr>
            <a:normAutofit/>
          </a:bodyPr>
          <a:lstStyle/>
          <a:p>
            <a:pPr marL="0" indent="0">
              <a:buNone/>
            </a:pPr>
            <a:r>
              <a:rPr lang="en-US" dirty="0"/>
              <a:t>Internal evaluation carries 20 marks and it has following breakdown of marks.</a:t>
            </a:r>
          </a:p>
          <a:p>
            <a:pPr marL="0" indent="0">
              <a:buNone/>
            </a:pPr>
            <a:r>
              <a:rPr lang="en-US" dirty="0"/>
              <a:t>	First Term Examination		2</a:t>
            </a:r>
          </a:p>
          <a:p>
            <a:pPr marL="0" indent="0">
              <a:buNone/>
            </a:pPr>
            <a:r>
              <a:rPr lang="en-US" dirty="0"/>
              <a:t>	Second Term Examination		4</a:t>
            </a:r>
          </a:p>
          <a:p>
            <a:pPr marL="0" indent="0">
              <a:buNone/>
            </a:pPr>
            <a:r>
              <a:rPr lang="en-US" dirty="0"/>
              <a:t>	Sent up Examination			8</a:t>
            </a:r>
          </a:p>
          <a:p>
            <a:pPr marL="0" indent="0">
              <a:buNone/>
            </a:pPr>
            <a:r>
              <a:rPr lang="en-US" dirty="0"/>
              <a:t>	Assignment				2</a:t>
            </a:r>
          </a:p>
          <a:p>
            <a:pPr marL="0" indent="0">
              <a:buNone/>
            </a:pPr>
            <a:r>
              <a:rPr lang="en-US" dirty="0"/>
              <a:t>	Attendance/Class Behavior		2</a:t>
            </a:r>
          </a:p>
          <a:p>
            <a:pPr marL="0" indent="0">
              <a:buNone/>
            </a:pPr>
            <a:r>
              <a:rPr lang="en-US" dirty="0"/>
              <a:t>	Presentation				2</a:t>
            </a:r>
          </a:p>
          <a:p>
            <a:pPr marL="0" indent="0">
              <a:buNone/>
            </a:pPr>
            <a:r>
              <a:rPr lang="en-US" dirty="0"/>
              <a:t>	-------------------------------------------------------------</a:t>
            </a:r>
          </a:p>
          <a:p>
            <a:pPr marL="0" indent="0">
              <a:buNone/>
            </a:pPr>
            <a:r>
              <a:rPr lang="en-US" dirty="0"/>
              <a:t>	Total					20 </a:t>
            </a:r>
          </a:p>
        </p:txBody>
      </p:sp>
      <p:sp>
        <p:nvSpPr>
          <p:cNvPr id="4" name="Slide Number Placeholder 3">
            <a:extLst>
              <a:ext uri="{FF2B5EF4-FFF2-40B4-BE49-F238E27FC236}">
                <a16:creationId xmlns:a16="http://schemas.microsoft.com/office/drawing/2014/main" id="{DC78ECE1-BC49-4F4E-A6CA-BEFDBDD3D7D8}"/>
              </a:ext>
            </a:extLst>
          </p:cNvPr>
          <p:cNvSpPr>
            <a:spLocks noGrp="1"/>
          </p:cNvSpPr>
          <p:nvPr>
            <p:ph type="sldNum" sz="quarter" idx="12"/>
          </p:nvPr>
        </p:nvSpPr>
        <p:spPr/>
        <p:txBody>
          <a:bodyPr/>
          <a:lstStyle/>
          <a:p>
            <a:fld id="{D58C462D-6DF3-4641-93DF-AC4EA5041486}" type="slidenum">
              <a:rPr lang="en-US" smtClean="0"/>
              <a:t>6</a:t>
            </a:fld>
            <a:endParaRPr lang="en-US"/>
          </a:p>
        </p:txBody>
      </p:sp>
    </p:spTree>
    <p:extLst>
      <p:ext uri="{BB962C8B-B14F-4D97-AF65-F5344CB8AC3E}">
        <p14:creationId xmlns:p14="http://schemas.microsoft.com/office/powerpoint/2010/main" val="893778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457518"/>
            <a:ext cx="7543800" cy="837882"/>
          </a:xfrm>
        </p:spPr>
        <p:txBody>
          <a:bodyPr/>
          <a:lstStyle/>
          <a:p>
            <a:r>
              <a:rPr lang="en-US" dirty="0"/>
              <a:t>Course Content</a:t>
            </a:r>
          </a:p>
        </p:txBody>
      </p:sp>
      <p:sp>
        <p:nvSpPr>
          <p:cNvPr id="3" name="Content Placeholder 2"/>
          <p:cNvSpPr>
            <a:spLocks noGrp="1"/>
          </p:cNvSpPr>
          <p:nvPr>
            <p:ph idx="1"/>
          </p:nvPr>
        </p:nvSpPr>
        <p:spPr>
          <a:xfrm>
            <a:off x="800100" y="1600200"/>
            <a:ext cx="7543800" cy="4572001"/>
          </a:xfrm>
        </p:spPr>
        <p:txBody>
          <a:bodyPr>
            <a:normAutofit/>
          </a:bodyPr>
          <a:lstStyle/>
          <a:p>
            <a:pPr marL="0" indent="0">
              <a:buNone/>
            </a:pPr>
            <a:r>
              <a:rPr lang="en-US" sz="2000" dirty="0"/>
              <a:t>This course has seven units. The units are:</a:t>
            </a:r>
          </a:p>
          <a:p>
            <a:pPr marL="0" indent="0">
              <a:buNone/>
            </a:pPr>
            <a:r>
              <a:rPr lang="en-US" sz="2000" dirty="0"/>
              <a:t>Unit 1: Introduction to Statistics (4)</a:t>
            </a:r>
          </a:p>
          <a:p>
            <a:pPr marL="0" indent="0">
              <a:buNone/>
            </a:pPr>
            <a:r>
              <a:rPr lang="en-US" sz="2000" dirty="0"/>
              <a:t>Unit 2: Descriptive Statistics (6)</a:t>
            </a:r>
          </a:p>
          <a:p>
            <a:pPr marL="0" indent="0">
              <a:buNone/>
            </a:pPr>
            <a:r>
              <a:rPr lang="en-US" sz="2000" dirty="0"/>
              <a:t>Unit 3: Introduction to probability (8)</a:t>
            </a:r>
          </a:p>
          <a:p>
            <a:pPr marL="0" indent="0">
              <a:buNone/>
            </a:pPr>
            <a:r>
              <a:rPr lang="en-US" sz="2000" dirty="0"/>
              <a:t>Unit 4: Sampling (3)</a:t>
            </a:r>
          </a:p>
          <a:p>
            <a:pPr marL="0" indent="0">
              <a:buNone/>
            </a:pPr>
            <a:r>
              <a:rPr lang="en-US" sz="2000" dirty="0"/>
              <a:t>Unit 5: Random Variable and Mathematical Expectation (5)</a:t>
            </a:r>
          </a:p>
          <a:p>
            <a:pPr marL="0" indent="0">
              <a:buNone/>
            </a:pPr>
            <a:r>
              <a:rPr lang="en-US" sz="2000" dirty="0"/>
              <a:t>Unit 6: Probability Distributions (12)</a:t>
            </a:r>
          </a:p>
          <a:p>
            <a:pPr marL="0" indent="0">
              <a:buNone/>
            </a:pPr>
            <a:r>
              <a:rPr lang="en-US" sz="2000" dirty="0"/>
              <a:t>Unit 7: Correlation and Regression (7)</a:t>
            </a:r>
          </a:p>
          <a:p>
            <a:pPr marL="0" indent="0">
              <a:buNone/>
            </a:pPr>
            <a:r>
              <a:rPr lang="en-US" dirty="0"/>
              <a:t>Total Lecture Hours = 45 (Prescribed by TU)</a:t>
            </a:r>
          </a:p>
          <a:p>
            <a:pPr marL="0" indent="0">
              <a:buNone/>
            </a:pPr>
            <a:r>
              <a:rPr lang="en-US" dirty="0"/>
              <a:t>Expected Lecture Hours = 70</a:t>
            </a:r>
          </a:p>
          <a:p>
            <a:pPr marL="0" indent="0">
              <a:buNone/>
            </a:pPr>
            <a:endParaRPr lang="en-US" dirty="0"/>
          </a:p>
        </p:txBody>
      </p:sp>
      <p:sp>
        <p:nvSpPr>
          <p:cNvPr id="4" name="Slide Number Placeholder 3">
            <a:extLst>
              <a:ext uri="{FF2B5EF4-FFF2-40B4-BE49-F238E27FC236}">
                <a16:creationId xmlns:a16="http://schemas.microsoft.com/office/drawing/2014/main" id="{20ADDB3F-CEB4-4A61-9B86-E745F149D4B9}"/>
              </a:ext>
            </a:extLst>
          </p:cNvPr>
          <p:cNvSpPr>
            <a:spLocks noGrp="1"/>
          </p:cNvSpPr>
          <p:nvPr>
            <p:ph type="sldNum" sz="quarter" idx="12"/>
          </p:nvPr>
        </p:nvSpPr>
        <p:spPr/>
        <p:txBody>
          <a:bodyPr/>
          <a:lstStyle/>
          <a:p>
            <a:fld id="{D58C462D-6DF3-4641-93DF-AC4EA5041486}" type="slidenum">
              <a:rPr lang="en-US" smtClean="0"/>
              <a:t>7</a:t>
            </a:fld>
            <a:endParaRPr lang="en-US"/>
          </a:p>
        </p:txBody>
      </p:sp>
    </p:spTree>
    <p:extLst>
      <p:ext uri="{BB962C8B-B14F-4D97-AF65-F5344CB8AC3E}">
        <p14:creationId xmlns:p14="http://schemas.microsoft.com/office/powerpoint/2010/main" val="537282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Suggested Book</a:t>
            </a:r>
          </a:p>
        </p:txBody>
      </p:sp>
      <p:sp>
        <p:nvSpPr>
          <p:cNvPr id="3" name="Content Placeholder 2"/>
          <p:cNvSpPr>
            <a:spLocks noGrp="1"/>
          </p:cNvSpPr>
          <p:nvPr>
            <p:ph idx="1"/>
          </p:nvPr>
        </p:nvSpPr>
        <p:spPr>
          <a:xfrm>
            <a:off x="533400" y="1600200"/>
            <a:ext cx="8153400" cy="4876800"/>
          </a:xfrm>
        </p:spPr>
        <p:txBody>
          <a:bodyPr/>
          <a:lstStyle/>
          <a:p>
            <a:pPr marL="457200" indent="-457200">
              <a:buAutoNum type="arabicPeriod"/>
            </a:pPr>
            <a:r>
              <a:rPr lang="en-US" b="1" dirty="0"/>
              <a:t>Michael Baron (2013), Probability and Statistics for Computer Scientists, 2</a:t>
            </a:r>
            <a:r>
              <a:rPr lang="en-US" b="1" baseline="30000" dirty="0"/>
              <a:t>nd</a:t>
            </a:r>
            <a:r>
              <a:rPr lang="en-US" b="1" dirty="0"/>
              <a:t> Ed., CRC Press</a:t>
            </a:r>
          </a:p>
          <a:p>
            <a:pPr marL="457200" indent="-457200">
              <a:buAutoNum type="arabicPeriod"/>
            </a:pPr>
            <a:r>
              <a:rPr lang="en-US" b="1" dirty="0"/>
              <a:t>Ronald E. Walpole, Raymond H. Myers, Sharon L. Myers and Keying Ye (2012), Probability and Statistics for Engineering and Scientists, 9</a:t>
            </a:r>
            <a:r>
              <a:rPr lang="en-US" b="1" baseline="30000" dirty="0"/>
              <a:t>th</a:t>
            </a:r>
            <a:r>
              <a:rPr lang="en-US" b="1" dirty="0"/>
              <a:t> Ed., Wiley</a:t>
            </a:r>
          </a:p>
          <a:p>
            <a:pPr marL="457200" indent="-457200">
              <a:buAutoNum type="arabicPeriod"/>
            </a:pPr>
            <a:r>
              <a:rPr lang="en-US" b="1" dirty="0"/>
              <a:t>Douglas C. Montgomery and George C. Ranger (2003), Applied Statistics and Probability for Engineers, 3rd Ed. Wiley</a:t>
            </a:r>
          </a:p>
          <a:p>
            <a:pPr marL="457200" indent="-457200">
              <a:buAutoNum type="arabicPeriod"/>
            </a:pPr>
            <a:r>
              <a:rPr lang="en-US" b="1" dirty="0"/>
              <a:t>Richard A. Johnson (2001), Probability and Statistics for Engineers, 6</a:t>
            </a:r>
            <a:r>
              <a:rPr lang="en-US" b="1" baseline="30000" dirty="0"/>
              <a:t>th</a:t>
            </a:r>
            <a:r>
              <a:rPr lang="en-US" b="1" dirty="0"/>
              <a:t> Ed., Pearson Education</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F246A9EA-253C-4614-9B6A-7DB9739E1617}"/>
              </a:ext>
            </a:extLst>
          </p:cNvPr>
          <p:cNvSpPr>
            <a:spLocks noGrp="1"/>
          </p:cNvSpPr>
          <p:nvPr>
            <p:ph type="sldNum" sz="quarter" idx="12"/>
          </p:nvPr>
        </p:nvSpPr>
        <p:spPr/>
        <p:txBody>
          <a:bodyPr/>
          <a:lstStyle/>
          <a:p>
            <a:fld id="{D58C462D-6DF3-4641-93DF-AC4EA5041486}" type="slidenum">
              <a:rPr lang="en-US" smtClean="0"/>
              <a:t>8</a:t>
            </a:fld>
            <a:endParaRPr lang="en-US"/>
          </a:p>
        </p:txBody>
      </p:sp>
    </p:spTree>
    <p:extLst>
      <p:ext uri="{BB962C8B-B14F-4D97-AF65-F5344CB8AC3E}">
        <p14:creationId xmlns:p14="http://schemas.microsoft.com/office/powerpoint/2010/main" val="3990248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90C66-1E4B-4C01-8116-78E4B73F2339}"/>
              </a:ext>
            </a:extLst>
          </p:cNvPr>
          <p:cNvSpPr>
            <a:spLocks noGrp="1"/>
          </p:cNvSpPr>
          <p:nvPr>
            <p:ph type="title"/>
          </p:nvPr>
        </p:nvSpPr>
        <p:spPr>
          <a:xfrm>
            <a:off x="800100" y="457518"/>
            <a:ext cx="7543800" cy="456882"/>
          </a:xfrm>
        </p:spPr>
        <p:txBody>
          <a:bodyPr>
            <a:normAutofit/>
          </a:bodyPr>
          <a:lstStyle/>
          <a:p>
            <a:r>
              <a:rPr lang="en-US" sz="2800" b="1" dirty="0"/>
              <a:t>Contact Me</a:t>
            </a:r>
          </a:p>
        </p:txBody>
      </p:sp>
      <p:sp>
        <p:nvSpPr>
          <p:cNvPr id="3" name="Content Placeholder 2">
            <a:extLst>
              <a:ext uri="{FF2B5EF4-FFF2-40B4-BE49-F238E27FC236}">
                <a16:creationId xmlns:a16="http://schemas.microsoft.com/office/drawing/2014/main" id="{7F1D52DA-E7A1-4DA0-A181-87A6A8106991}"/>
              </a:ext>
            </a:extLst>
          </p:cNvPr>
          <p:cNvSpPr>
            <a:spLocks noGrp="1"/>
          </p:cNvSpPr>
          <p:nvPr>
            <p:ph idx="1"/>
          </p:nvPr>
        </p:nvSpPr>
        <p:spPr>
          <a:xfrm>
            <a:off x="800100" y="1066800"/>
            <a:ext cx="7734300" cy="5105401"/>
          </a:xfrm>
        </p:spPr>
        <p:txBody>
          <a:bodyPr>
            <a:normAutofit fontScale="25000" lnSpcReduction="20000"/>
          </a:bodyPr>
          <a:lstStyle/>
          <a:p>
            <a:pPr marL="0" indent="0">
              <a:buNone/>
            </a:pPr>
            <a:r>
              <a:rPr lang="en-US" sz="8000" dirty="0"/>
              <a:t>Email: </a:t>
            </a:r>
            <a:r>
              <a:rPr lang="en-US" sz="8000" dirty="0">
                <a:hlinkClick r:id="rId2"/>
              </a:rPr>
              <a:t>schhatkuli@gmail.com</a:t>
            </a:r>
            <a:endParaRPr lang="en-US" sz="8000" dirty="0"/>
          </a:p>
          <a:p>
            <a:pPr marL="0" indent="0">
              <a:buNone/>
            </a:pPr>
            <a:r>
              <a:rPr lang="en-US" sz="8000" dirty="0"/>
              <a:t>Phone: 9841486551</a:t>
            </a:r>
          </a:p>
          <a:p>
            <a:pPr marL="0" indent="0">
              <a:buNone/>
            </a:pPr>
            <a:r>
              <a:rPr lang="en-US" sz="8000" dirty="0"/>
              <a:t>Webpage: </a:t>
            </a:r>
            <a:r>
              <a:rPr lang="en-US" sz="8000" dirty="0">
                <a:hlinkClick r:id="rId3"/>
              </a:rPr>
              <a:t>https://sites.google.com/site/schhatkuli/</a:t>
            </a:r>
            <a:endParaRPr lang="en-US" sz="8000" dirty="0"/>
          </a:p>
          <a:p>
            <a:pPr marL="0" indent="0">
              <a:buNone/>
            </a:pPr>
            <a:r>
              <a:rPr lang="en-US" sz="8000" dirty="0"/>
              <a:t>Google Form: </a:t>
            </a:r>
            <a:r>
              <a:rPr lang="en-US" sz="8000" b="1" i="0" dirty="0">
                <a:solidFill>
                  <a:srgbClr val="000000"/>
                </a:solidFill>
                <a:effectLst/>
                <a:latin typeface="Verdana" panose="020B0604030504040204" pitchFamily="34" charset="0"/>
              </a:rPr>
              <a:t>https://tinyurl.com/y5rcpf47</a:t>
            </a:r>
          </a:p>
          <a:p>
            <a:pPr marL="0" indent="0">
              <a:buNone/>
            </a:pPr>
            <a:endParaRPr lang="en-US" sz="8000" b="1" i="0" dirty="0">
              <a:solidFill>
                <a:srgbClr val="000000"/>
              </a:solidFill>
              <a:effectLst/>
              <a:latin typeface="Verdana" panose="020B0604030504040204" pitchFamily="34" charset="0"/>
            </a:endParaRPr>
          </a:p>
          <a:p>
            <a:pPr marL="0" indent="0">
              <a:buNone/>
            </a:pPr>
            <a:r>
              <a:rPr lang="en-US" sz="8000" dirty="0">
                <a:solidFill>
                  <a:srgbClr val="000000"/>
                </a:solidFill>
                <a:latin typeface="Verdana" panose="020B0604030504040204" pitchFamily="34" charset="0"/>
              </a:rPr>
              <a:t>.Software Download Link</a:t>
            </a:r>
          </a:p>
          <a:p>
            <a:pPr marL="342900" indent="-342900">
              <a:buAutoNum type="arabicPeriod"/>
            </a:pPr>
            <a:r>
              <a:rPr lang="en-US" sz="8000" b="1" dirty="0">
                <a:solidFill>
                  <a:srgbClr val="000000"/>
                </a:solidFill>
                <a:latin typeface="Verdana" panose="020B0604030504040204" pitchFamily="34" charset="0"/>
              </a:rPr>
              <a:t>Minitab</a:t>
            </a:r>
            <a:r>
              <a:rPr lang="en-US" sz="8000" dirty="0">
                <a:solidFill>
                  <a:srgbClr val="000000"/>
                </a:solidFill>
                <a:latin typeface="Verdana" panose="020B0604030504040204" pitchFamily="34" charset="0"/>
              </a:rPr>
              <a:t>: </a:t>
            </a:r>
            <a:r>
              <a:rPr lang="en-US" sz="8000" b="1" i="0" dirty="0">
                <a:solidFill>
                  <a:srgbClr val="000000"/>
                </a:solidFill>
                <a:effectLst/>
                <a:latin typeface="Verdana" panose="020B0604030504040204" pitchFamily="34" charset="0"/>
                <a:hlinkClick r:id="rId4"/>
              </a:rPr>
              <a:t>https://tinyurl.com/yyndvghb</a:t>
            </a:r>
            <a:endParaRPr lang="en-US" sz="8000" b="1" i="0" dirty="0">
              <a:solidFill>
                <a:srgbClr val="000000"/>
              </a:solidFill>
              <a:effectLst/>
              <a:latin typeface="Verdana" panose="020B0604030504040204" pitchFamily="34" charset="0"/>
            </a:endParaRPr>
          </a:p>
          <a:p>
            <a:pPr marL="342900" indent="-342900">
              <a:buAutoNum type="arabicPeriod"/>
            </a:pPr>
            <a:r>
              <a:rPr lang="en-US" sz="8000" b="1" i="0" dirty="0">
                <a:solidFill>
                  <a:srgbClr val="000000"/>
                </a:solidFill>
                <a:effectLst/>
                <a:latin typeface="Verdana" panose="020B0604030504040204" pitchFamily="34" charset="0"/>
              </a:rPr>
              <a:t>IBM SPSS</a:t>
            </a:r>
            <a:r>
              <a:rPr lang="en-US" sz="8000" i="0" dirty="0">
                <a:solidFill>
                  <a:srgbClr val="000000"/>
                </a:solidFill>
                <a:effectLst/>
                <a:latin typeface="Verdana" panose="020B0604030504040204" pitchFamily="34" charset="0"/>
              </a:rPr>
              <a:t>: </a:t>
            </a:r>
            <a:r>
              <a:rPr lang="en-US" sz="8000" b="1" i="0" dirty="0">
                <a:solidFill>
                  <a:srgbClr val="000000"/>
                </a:solidFill>
                <a:effectLst/>
                <a:latin typeface="Verdana" panose="020B0604030504040204" pitchFamily="34" charset="0"/>
                <a:hlinkClick r:id="rId5"/>
              </a:rPr>
              <a:t>https://tinyurl.com/mrxx52ux</a:t>
            </a:r>
            <a:endParaRPr lang="en-US" sz="8000" b="1" dirty="0">
              <a:solidFill>
                <a:srgbClr val="000000"/>
              </a:solidFill>
              <a:latin typeface="Verdana" panose="020B0604030504040204" pitchFamily="34" charset="0"/>
            </a:endParaRPr>
          </a:p>
          <a:p>
            <a:pPr marL="0" indent="0">
              <a:buNone/>
            </a:pPr>
            <a:endParaRPr lang="en-US" sz="8000" b="1" dirty="0">
              <a:solidFill>
                <a:srgbClr val="000000"/>
              </a:solidFill>
              <a:latin typeface="Verdana" panose="020B0604030504040204" pitchFamily="34" charset="0"/>
            </a:endParaRPr>
          </a:p>
          <a:p>
            <a:pPr marL="0" indent="0">
              <a:buNone/>
            </a:pPr>
            <a:r>
              <a:rPr lang="en-US" sz="8000" b="1" dirty="0">
                <a:solidFill>
                  <a:srgbClr val="000000"/>
                </a:solidFill>
                <a:latin typeface="Verdana" panose="020B0604030504040204" pitchFamily="34" charset="0"/>
              </a:rPr>
              <a:t>Recommended Books</a:t>
            </a:r>
          </a:p>
          <a:p>
            <a:pPr marL="342900" indent="-342900">
              <a:buAutoNum type="arabicPeriod"/>
            </a:pPr>
            <a:r>
              <a:rPr lang="en-US" sz="8000" b="1" i="0" dirty="0">
                <a:solidFill>
                  <a:srgbClr val="000000"/>
                </a:solidFill>
                <a:effectLst/>
                <a:latin typeface="Verdana" panose="020B0604030504040204" pitchFamily="34" charset="0"/>
                <a:hlinkClick r:id="rId6"/>
              </a:rPr>
              <a:t>https://tinyurl.com/yyeoxt66</a:t>
            </a:r>
            <a:endParaRPr lang="en-US" sz="8000" dirty="0">
              <a:solidFill>
                <a:srgbClr val="000000"/>
              </a:solidFill>
              <a:latin typeface="Verdana" panose="020B0604030504040204" pitchFamily="34" charset="0"/>
            </a:endParaRPr>
          </a:p>
          <a:p>
            <a:pPr marL="342900" indent="-342900">
              <a:buAutoNum type="arabicPeriod"/>
            </a:pPr>
            <a:r>
              <a:rPr lang="en-US" sz="8000" b="1" i="0" dirty="0">
                <a:solidFill>
                  <a:srgbClr val="000000"/>
                </a:solidFill>
                <a:effectLst/>
                <a:latin typeface="Verdana" panose="020B0604030504040204" pitchFamily="34" charset="0"/>
                <a:hlinkClick r:id="rId7"/>
              </a:rPr>
              <a:t>https://tinyurl.com/y5gaj8d9</a:t>
            </a:r>
            <a:endParaRPr lang="en-US" sz="8000" b="1" i="0" dirty="0">
              <a:solidFill>
                <a:srgbClr val="000000"/>
              </a:solidFill>
              <a:effectLst/>
              <a:latin typeface="Verdana" panose="020B0604030504040204" pitchFamily="34" charset="0"/>
            </a:endParaRPr>
          </a:p>
          <a:p>
            <a:pPr marL="0" indent="0">
              <a:buNone/>
            </a:pPr>
            <a:endParaRPr lang="en-US" sz="2200" dirty="0">
              <a:solidFill>
                <a:srgbClr val="000000"/>
              </a:solidFill>
              <a:latin typeface="Verdana" panose="020B0604030504040204" pitchFamily="34" charset="0"/>
            </a:endParaRPr>
          </a:p>
          <a:p>
            <a:pPr marL="0" indent="0">
              <a:buNone/>
            </a:pPr>
            <a:endParaRPr lang="en-US" dirty="0">
              <a:solidFill>
                <a:srgbClr val="000000"/>
              </a:solidFill>
              <a:latin typeface="Verdana" panose="020B0604030504040204" pitchFamily="34" charset="0"/>
            </a:endParaRPr>
          </a:p>
          <a:p>
            <a:pPr marL="0" indent="0">
              <a:buNone/>
            </a:pPr>
            <a:r>
              <a:rPr lang="en-US" dirty="0">
                <a:solidFill>
                  <a:srgbClr val="000000"/>
                </a:solidFill>
                <a:latin typeface="Verdana" panose="020B0604030504040204" pitchFamily="34" charset="0"/>
              </a:rPr>
              <a:t>	</a:t>
            </a:r>
            <a:endParaRPr lang="en-US" dirty="0"/>
          </a:p>
        </p:txBody>
      </p:sp>
      <p:sp>
        <p:nvSpPr>
          <p:cNvPr id="4" name="Slide Number Placeholder 3">
            <a:extLst>
              <a:ext uri="{FF2B5EF4-FFF2-40B4-BE49-F238E27FC236}">
                <a16:creationId xmlns:a16="http://schemas.microsoft.com/office/drawing/2014/main" id="{C7636822-7593-440B-84CB-5DFEF7618E1A}"/>
              </a:ext>
            </a:extLst>
          </p:cNvPr>
          <p:cNvSpPr>
            <a:spLocks noGrp="1"/>
          </p:cNvSpPr>
          <p:nvPr>
            <p:ph type="sldNum" sz="quarter" idx="12"/>
          </p:nvPr>
        </p:nvSpPr>
        <p:spPr/>
        <p:txBody>
          <a:bodyPr/>
          <a:lstStyle/>
          <a:p>
            <a:fld id="{D58C462D-6DF3-4641-93DF-AC4EA5041486}" type="slidenum">
              <a:rPr lang="en-US" smtClean="0"/>
              <a:t>9</a:t>
            </a:fld>
            <a:endParaRPr lang="en-US"/>
          </a:p>
        </p:txBody>
      </p:sp>
    </p:spTree>
    <p:extLst>
      <p:ext uri="{BB962C8B-B14F-4D97-AF65-F5344CB8AC3E}">
        <p14:creationId xmlns:p14="http://schemas.microsoft.com/office/powerpoint/2010/main" val="3339597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EC16B-3C1F-4C5A-ABF5-8884B9AF9040}"/>
              </a:ext>
            </a:extLst>
          </p:cNvPr>
          <p:cNvSpPr>
            <a:spLocks noGrp="1"/>
          </p:cNvSpPr>
          <p:nvPr>
            <p:ph type="title"/>
          </p:nvPr>
        </p:nvSpPr>
        <p:spPr>
          <a:xfrm>
            <a:off x="457200" y="381000"/>
            <a:ext cx="8229600" cy="762000"/>
          </a:xfrm>
        </p:spPr>
        <p:txBody>
          <a:bodyPr>
            <a:normAutofit fontScale="90000"/>
          </a:bodyPr>
          <a:lstStyle/>
          <a:p>
            <a:r>
              <a:rPr lang="en-US" sz="2800" b="1" i="0" dirty="0">
                <a:solidFill>
                  <a:srgbClr val="212121"/>
                </a:solidFill>
                <a:effectLst/>
                <a:latin typeface="Roboto"/>
              </a:rPr>
              <a:t>Application areas of statistics in computer science</a:t>
            </a:r>
            <a:br>
              <a:rPr lang="en-US" sz="2800" b="0" i="0" dirty="0">
                <a:solidFill>
                  <a:srgbClr val="212121"/>
                </a:solidFill>
                <a:effectLst/>
                <a:latin typeface="Roboto"/>
              </a:rPr>
            </a:br>
            <a:endParaRPr lang="en-US" sz="2800" dirty="0"/>
          </a:p>
        </p:txBody>
      </p:sp>
      <p:sp>
        <p:nvSpPr>
          <p:cNvPr id="3" name="Content Placeholder 2">
            <a:extLst>
              <a:ext uri="{FF2B5EF4-FFF2-40B4-BE49-F238E27FC236}">
                <a16:creationId xmlns:a16="http://schemas.microsoft.com/office/drawing/2014/main" id="{9F3C91E3-2199-444B-ACFE-E3E5DE3C3E97}"/>
              </a:ext>
            </a:extLst>
          </p:cNvPr>
          <p:cNvSpPr>
            <a:spLocks noGrp="1"/>
          </p:cNvSpPr>
          <p:nvPr>
            <p:ph idx="1"/>
          </p:nvPr>
        </p:nvSpPr>
        <p:spPr>
          <a:xfrm>
            <a:off x="457200" y="1143000"/>
            <a:ext cx="8229600" cy="5334000"/>
          </a:xfrm>
        </p:spPr>
        <p:txBody>
          <a:bodyPr>
            <a:normAutofit fontScale="92500" lnSpcReduction="20000"/>
          </a:bodyPr>
          <a:lstStyle/>
          <a:p>
            <a:pPr algn="l">
              <a:buFont typeface="Arial" panose="020B0604020202020204" pitchFamily="34" charset="0"/>
              <a:buChar char="•"/>
            </a:pPr>
            <a:r>
              <a:rPr lang="en-US" sz="1900" b="1" i="0" dirty="0">
                <a:solidFill>
                  <a:srgbClr val="212121"/>
                </a:solidFill>
                <a:effectLst/>
              </a:rPr>
              <a:t>Simulation and modelling: </a:t>
            </a:r>
            <a:r>
              <a:rPr lang="en-US" sz="1900" b="1" i="0" dirty="0">
                <a:solidFill>
                  <a:srgbClr val="222222"/>
                </a:solidFill>
                <a:effectLst/>
              </a:rPr>
              <a:t>Computer simulation</a:t>
            </a:r>
            <a:r>
              <a:rPr lang="en-US" sz="1900" b="0" i="0" dirty="0">
                <a:solidFill>
                  <a:srgbClr val="222222"/>
                </a:solidFill>
                <a:effectLst/>
              </a:rPr>
              <a:t>, the use of  a </a:t>
            </a:r>
            <a:r>
              <a:rPr lang="en-US" sz="1900" b="1" i="0" dirty="0">
                <a:solidFill>
                  <a:srgbClr val="222222"/>
                </a:solidFill>
                <a:effectLst/>
              </a:rPr>
              <a:t>computer</a:t>
            </a:r>
            <a:r>
              <a:rPr lang="en-US" sz="1900" b="0" i="0" dirty="0">
                <a:solidFill>
                  <a:srgbClr val="222222"/>
                </a:solidFill>
                <a:effectLst/>
              </a:rPr>
              <a:t> to represent the dynamic responses of one system by the behavior of another system modeled after it. A </a:t>
            </a:r>
            <a:r>
              <a:rPr lang="en-US" sz="1900" b="1" i="0" dirty="0">
                <a:solidFill>
                  <a:srgbClr val="222222"/>
                </a:solidFill>
                <a:effectLst/>
              </a:rPr>
              <a:t>simulation</a:t>
            </a:r>
            <a:r>
              <a:rPr lang="en-US" sz="1900" b="0" i="0" dirty="0">
                <a:solidFill>
                  <a:srgbClr val="222222"/>
                </a:solidFill>
                <a:effectLst/>
              </a:rPr>
              <a:t> uses a mathematical description, or </a:t>
            </a:r>
            <a:r>
              <a:rPr lang="en-US" sz="1900" b="1" i="0" dirty="0">
                <a:solidFill>
                  <a:srgbClr val="222222"/>
                </a:solidFill>
                <a:effectLst/>
              </a:rPr>
              <a:t>model</a:t>
            </a:r>
            <a:r>
              <a:rPr lang="en-US" sz="1900" b="0" i="0" dirty="0">
                <a:solidFill>
                  <a:srgbClr val="222222"/>
                </a:solidFill>
                <a:effectLst/>
              </a:rPr>
              <a:t>, of a real system in the form of a </a:t>
            </a:r>
            <a:r>
              <a:rPr lang="en-US" sz="1900" b="1" i="0" dirty="0">
                <a:solidFill>
                  <a:srgbClr val="222222"/>
                </a:solidFill>
                <a:effectLst/>
              </a:rPr>
              <a:t>computer</a:t>
            </a:r>
            <a:r>
              <a:rPr lang="en-US" sz="1900" b="0" i="0" dirty="0">
                <a:solidFill>
                  <a:srgbClr val="222222"/>
                </a:solidFill>
                <a:effectLst/>
              </a:rPr>
              <a:t> program.</a:t>
            </a:r>
            <a:endParaRPr lang="en-US" sz="1900" b="1" i="0" dirty="0">
              <a:solidFill>
                <a:srgbClr val="212121"/>
              </a:solidFill>
              <a:effectLst/>
            </a:endParaRPr>
          </a:p>
          <a:p>
            <a:pPr algn="l">
              <a:buFont typeface="Arial" panose="020B0604020202020204" pitchFamily="34" charset="0"/>
              <a:buChar char="•"/>
            </a:pPr>
            <a:r>
              <a:rPr lang="en-US" sz="1900" b="1" i="0" dirty="0">
                <a:solidFill>
                  <a:srgbClr val="212121"/>
                </a:solidFill>
                <a:effectLst/>
              </a:rPr>
              <a:t>Artificial Intelligence:</a:t>
            </a:r>
            <a:r>
              <a:rPr lang="en-US" sz="1900" i="0" dirty="0">
                <a:solidFill>
                  <a:srgbClr val="212121"/>
                </a:solidFill>
                <a:effectLst/>
              </a:rPr>
              <a:t> T</a:t>
            </a:r>
            <a:r>
              <a:rPr lang="en-US" sz="1900" b="0" i="0" dirty="0">
                <a:solidFill>
                  <a:srgbClr val="222222"/>
                </a:solidFill>
                <a:effectLst/>
              </a:rPr>
              <a:t>he theory and development of computer systems able to perform tasks normally requiring human intelligence, such as visual perception, speech recognition, decision-making, and translation between languages.</a:t>
            </a:r>
            <a:endParaRPr lang="en-US" sz="1900" b="1" i="0" dirty="0">
              <a:solidFill>
                <a:srgbClr val="212121"/>
              </a:solidFill>
              <a:effectLst/>
            </a:endParaRPr>
          </a:p>
          <a:p>
            <a:pPr algn="l">
              <a:buFont typeface="Arial" panose="020B0604020202020204" pitchFamily="34" charset="0"/>
              <a:buChar char="•"/>
            </a:pPr>
            <a:r>
              <a:rPr lang="en-US" sz="1900" b="1" i="0" dirty="0">
                <a:solidFill>
                  <a:srgbClr val="212121"/>
                </a:solidFill>
                <a:effectLst/>
              </a:rPr>
              <a:t>Statistics and machine learning : </a:t>
            </a:r>
            <a:r>
              <a:rPr lang="en-US" sz="1900" b="0" i="0" dirty="0">
                <a:solidFill>
                  <a:srgbClr val="333333"/>
                </a:solidFill>
                <a:effectLst/>
              </a:rPr>
              <a:t>Machine Learning is a sub-area of artificial intelligence, whereby the term refers to the ability of IT systems to independently find solutions to problems by </a:t>
            </a:r>
            <a:r>
              <a:rPr lang="en-US" sz="1900" b="0" i="0" u="sng" dirty="0">
                <a:solidFill>
                  <a:srgbClr val="333333"/>
                </a:solidFill>
                <a:effectLst/>
              </a:rPr>
              <a:t>recognizing patterns in databases</a:t>
            </a:r>
            <a:r>
              <a:rPr lang="en-US" sz="1900" b="0" i="0" dirty="0">
                <a:solidFill>
                  <a:srgbClr val="333333"/>
                </a:solidFill>
                <a:effectLst/>
              </a:rPr>
              <a:t>. In other words: Machine Learning enables IT systems to recognize patterns on the basis of existing algorithms and data sets and to develop adequate solution concepts. Therefore, in Machine Learning, artificial knowledge is generated on the basis of experience.</a:t>
            </a:r>
          </a:p>
          <a:p>
            <a:pPr marL="457200" indent="-228600" algn="l">
              <a:buNone/>
            </a:pPr>
            <a:r>
              <a:rPr lang="en-US" dirty="0">
                <a:solidFill>
                  <a:srgbClr val="333333"/>
                </a:solidFill>
                <a:latin typeface="Merriweather"/>
              </a:rPr>
              <a:t>	T</a:t>
            </a:r>
            <a:r>
              <a:rPr lang="en-US" b="0" i="0" dirty="0">
                <a:solidFill>
                  <a:srgbClr val="333333"/>
                </a:solidFill>
                <a:effectLst/>
                <a:latin typeface="Merriweather"/>
              </a:rPr>
              <a:t>asks by Machine Learning:</a:t>
            </a:r>
          </a:p>
          <a:p>
            <a:pPr marL="571500" indent="-342900" algn="l">
              <a:buAutoNum type="arabicPeriod"/>
            </a:pPr>
            <a:r>
              <a:rPr lang="en-US" b="0" i="0" dirty="0">
                <a:solidFill>
                  <a:srgbClr val="333333"/>
                </a:solidFill>
                <a:effectLst/>
                <a:latin typeface="Merriweather"/>
              </a:rPr>
              <a:t>Finding, extracting and summarizing relevant data</a:t>
            </a:r>
          </a:p>
          <a:p>
            <a:pPr marL="571500" indent="-342900" algn="l">
              <a:buAutoNum type="arabicPeriod"/>
            </a:pPr>
            <a:r>
              <a:rPr lang="en-US" b="0" i="0" dirty="0">
                <a:solidFill>
                  <a:srgbClr val="333333"/>
                </a:solidFill>
                <a:effectLst/>
                <a:latin typeface="Merriweather"/>
              </a:rPr>
              <a:t>Making predictions based on the analysis of data</a:t>
            </a:r>
          </a:p>
          <a:p>
            <a:pPr marL="571500" indent="-342900" algn="l">
              <a:buAutoNum type="arabicPeriod"/>
            </a:pPr>
            <a:r>
              <a:rPr lang="en-US" b="0" i="0" dirty="0">
                <a:solidFill>
                  <a:srgbClr val="333333"/>
                </a:solidFill>
                <a:effectLst/>
                <a:latin typeface="Merriweather"/>
              </a:rPr>
              <a:t>Calculating probabilities for specific results</a:t>
            </a:r>
          </a:p>
          <a:p>
            <a:pPr marL="571500" indent="-342900" algn="l">
              <a:buAutoNum type="arabicPeriod"/>
            </a:pPr>
            <a:r>
              <a:rPr lang="en-US" b="0" i="0" dirty="0">
                <a:solidFill>
                  <a:srgbClr val="333333"/>
                </a:solidFill>
                <a:effectLst/>
                <a:latin typeface="Merriweather"/>
              </a:rPr>
              <a:t>Adapting to certain developments autonomously</a:t>
            </a:r>
          </a:p>
          <a:p>
            <a:pPr marL="571500" indent="-342900" algn="l">
              <a:buAutoNum type="arabicPeriod"/>
            </a:pPr>
            <a:r>
              <a:rPr lang="en-US" b="0" i="0" dirty="0">
                <a:solidFill>
                  <a:srgbClr val="333333"/>
                </a:solidFill>
                <a:effectLst/>
                <a:latin typeface="Merriweather"/>
              </a:rPr>
              <a:t>Optimizing processes based on recognized patterns</a:t>
            </a:r>
            <a:endParaRPr lang="en-US" sz="1800" b="1" i="0" dirty="0">
              <a:solidFill>
                <a:srgbClr val="212121"/>
              </a:solidFill>
              <a:effectLst/>
              <a:latin typeface="Roboto"/>
            </a:endParaRPr>
          </a:p>
          <a:p>
            <a:endParaRPr lang="en-US" dirty="0"/>
          </a:p>
        </p:txBody>
      </p:sp>
      <p:sp>
        <p:nvSpPr>
          <p:cNvPr id="4" name="Slide Number Placeholder 3">
            <a:extLst>
              <a:ext uri="{FF2B5EF4-FFF2-40B4-BE49-F238E27FC236}">
                <a16:creationId xmlns:a16="http://schemas.microsoft.com/office/drawing/2014/main" id="{79D9F47E-EC21-49CF-AEE3-4CAC6E4C3506}"/>
              </a:ext>
            </a:extLst>
          </p:cNvPr>
          <p:cNvSpPr>
            <a:spLocks noGrp="1"/>
          </p:cNvSpPr>
          <p:nvPr>
            <p:ph type="sldNum" sz="quarter" idx="12"/>
          </p:nvPr>
        </p:nvSpPr>
        <p:spPr/>
        <p:txBody>
          <a:bodyPr/>
          <a:lstStyle/>
          <a:p>
            <a:fld id="{D58C462D-6DF3-4641-93DF-AC4EA5041486}" type="slidenum">
              <a:rPr lang="en-US" smtClean="0"/>
              <a:t>10</a:t>
            </a:fld>
            <a:endParaRPr lang="en-US"/>
          </a:p>
        </p:txBody>
      </p:sp>
    </p:spTree>
    <p:extLst>
      <p:ext uri="{BB962C8B-B14F-4D97-AF65-F5344CB8AC3E}">
        <p14:creationId xmlns:p14="http://schemas.microsoft.com/office/powerpoint/2010/main" val="2672255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1C8BA8-F57E-4A42-9351-785500F28E81}"/>
              </a:ext>
            </a:extLst>
          </p:cNvPr>
          <p:cNvSpPr>
            <a:spLocks noGrp="1"/>
          </p:cNvSpPr>
          <p:nvPr>
            <p:ph idx="1"/>
          </p:nvPr>
        </p:nvSpPr>
        <p:spPr>
          <a:xfrm>
            <a:off x="800100" y="457201"/>
            <a:ext cx="7810500" cy="5562599"/>
          </a:xfrm>
        </p:spPr>
        <p:txBody>
          <a:bodyPr>
            <a:normAutofit/>
          </a:bodyPr>
          <a:lstStyle/>
          <a:p>
            <a:pPr algn="l">
              <a:buFont typeface="Arial" panose="020B0604020202020204" pitchFamily="34" charset="0"/>
              <a:buChar char="•"/>
            </a:pPr>
            <a:r>
              <a:rPr lang="en-US" sz="2200" b="1" i="0" dirty="0">
                <a:solidFill>
                  <a:srgbClr val="212121"/>
                </a:solidFill>
                <a:effectLst/>
                <a:latin typeface="Roboto"/>
              </a:rPr>
              <a:t>Computational Statistics: </a:t>
            </a:r>
            <a:r>
              <a:rPr lang="en-US" sz="2200" b="0" i="0" dirty="0">
                <a:solidFill>
                  <a:srgbClr val="4D5156"/>
                </a:solidFill>
                <a:effectLst/>
                <a:latin typeface="arial" panose="020B0604020202020204" pitchFamily="34" charset="0"/>
              </a:rPr>
              <a:t>Computational statistics, or statistical computing, is the interface between statistics and computer science. It is the area of computational science specific to the mathematical science of statistics.</a:t>
            </a:r>
            <a:endParaRPr lang="en-US" sz="2200" b="1" i="0" dirty="0">
              <a:solidFill>
                <a:srgbClr val="212121"/>
              </a:solidFill>
              <a:effectLst/>
              <a:latin typeface="Roboto"/>
            </a:endParaRPr>
          </a:p>
          <a:p>
            <a:pPr algn="l">
              <a:buFont typeface="Arial" panose="020B0604020202020204" pitchFamily="34" charset="0"/>
              <a:buChar char="•"/>
            </a:pPr>
            <a:r>
              <a:rPr lang="en-US" sz="2200" b="1" i="0" dirty="0">
                <a:solidFill>
                  <a:srgbClr val="212121"/>
                </a:solidFill>
                <a:effectLst/>
                <a:latin typeface="Roboto"/>
              </a:rPr>
              <a:t>Data Mining: </a:t>
            </a:r>
            <a:r>
              <a:rPr lang="en-US" sz="2200" b="0" i="0" dirty="0">
                <a:solidFill>
                  <a:srgbClr val="4D5156"/>
                </a:solidFill>
                <a:effectLst/>
                <a:latin typeface="arial" panose="020B0604020202020204" pitchFamily="34" charset="0"/>
              </a:rPr>
              <a:t>Data mining is a process of discovering patterns in large data sets involving methods at the intersection of machine learning, statistics, and database systems</a:t>
            </a:r>
            <a:endParaRPr lang="en-US" sz="2200" b="1" i="0" dirty="0">
              <a:solidFill>
                <a:srgbClr val="212121"/>
              </a:solidFill>
              <a:effectLst/>
              <a:latin typeface="Roboto"/>
            </a:endParaRPr>
          </a:p>
          <a:p>
            <a:pPr algn="l">
              <a:buFont typeface="Arial" panose="020B0604020202020204" pitchFamily="34" charset="0"/>
              <a:buChar char="•"/>
            </a:pPr>
            <a:r>
              <a:rPr lang="en-US" sz="2200" b="1" i="0" dirty="0">
                <a:solidFill>
                  <a:srgbClr val="212121"/>
                </a:solidFill>
                <a:effectLst/>
                <a:latin typeface="Roboto"/>
              </a:rPr>
              <a:t>Data Warehousing: </a:t>
            </a:r>
            <a:r>
              <a:rPr lang="en-US" sz="2200" b="0" i="0" dirty="0">
                <a:solidFill>
                  <a:srgbClr val="222222"/>
                </a:solidFill>
                <a:effectLst/>
                <a:latin typeface="Source Sans Pro" panose="020B0604020202020204" pitchFamily="34" charset="0"/>
              </a:rPr>
              <a:t>A </a:t>
            </a:r>
            <a:r>
              <a:rPr lang="en-US" sz="2200" b="1" i="0" dirty="0">
                <a:solidFill>
                  <a:srgbClr val="222222"/>
                </a:solidFill>
                <a:effectLst/>
                <a:latin typeface="Source Sans Pro" panose="020B0604020202020204" pitchFamily="34" charset="0"/>
              </a:rPr>
              <a:t>Data Warehousing</a:t>
            </a:r>
            <a:r>
              <a:rPr lang="en-US" sz="2200" b="0" i="0" dirty="0">
                <a:solidFill>
                  <a:srgbClr val="222222"/>
                </a:solidFill>
                <a:effectLst/>
                <a:latin typeface="Source Sans Pro" panose="020B0604020202020204" pitchFamily="34" charset="0"/>
              </a:rPr>
              <a:t> (DW) is process for collecting and managing data from varied sources to provide meaningful business insights. A Data warehouse is typically used to connect and analyze business data from heterogeneous sources. The data warehouse is the core of the BI system which is built for data analysis and reporting.</a:t>
            </a:r>
          </a:p>
          <a:p>
            <a:pPr marL="0" indent="0">
              <a:buNone/>
            </a:pPr>
            <a:r>
              <a:rPr lang="en-US" sz="2200" b="1" i="0" dirty="0">
                <a:solidFill>
                  <a:srgbClr val="212121"/>
                </a:solidFill>
                <a:effectLst/>
                <a:latin typeface="Roboto"/>
              </a:rPr>
              <a:t>Neural Network:  </a:t>
            </a:r>
            <a:r>
              <a:rPr lang="en-US" sz="2200" b="1" i="0" dirty="0">
                <a:solidFill>
                  <a:srgbClr val="222222"/>
                </a:solidFill>
                <a:effectLst/>
                <a:latin typeface="arial" panose="020B0604020202020204" pitchFamily="34" charset="0"/>
              </a:rPr>
              <a:t>Neural networks</a:t>
            </a:r>
            <a:r>
              <a:rPr lang="en-US" sz="2200" b="0" i="0" dirty="0">
                <a:solidFill>
                  <a:srgbClr val="222222"/>
                </a:solidFill>
                <a:effectLst/>
                <a:latin typeface="arial" panose="020B0604020202020204" pitchFamily="34" charset="0"/>
              </a:rPr>
              <a:t> are being used in areas of prediction and classification, the areas where </a:t>
            </a:r>
            <a:r>
              <a:rPr lang="en-US" sz="2200" b="1" i="0" dirty="0">
                <a:solidFill>
                  <a:srgbClr val="222222"/>
                </a:solidFill>
                <a:effectLst/>
                <a:latin typeface="arial" panose="020B0604020202020204" pitchFamily="34" charset="0"/>
              </a:rPr>
              <a:t>statistical</a:t>
            </a:r>
            <a:r>
              <a:rPr lang="en-US" sz="2200" b="0" i="0" dirty="0">
                <a:solidFill>
                  <a:srgbClr val="222222"/>
                </a:solidFill>
                <a:effectLst/>
                <a:latin typeface="arial" panose="020B0604020202020204" pitchFamily="34" charset="0"/>
              </a:rPr>
              <a:t> methods have traditionally been used.</a:t>
            </a:r>
            <a:endParaRPr lang="en-US" sz="2200" b="1" i="0" dirty="0">
              <a:solidFill>
                <a:srgbClr val="212121"/>
              </a:solidFill>
              <a:effectLst/>
              <a:latin typeface="Roboto"/>
            </a:endParaRPr>
          </a:p>
          <a:p>
            <a:pPr marL="0" indent="0" algn="l">
              <a:buNone/>
            </a:pPr>
            <a:endParaRPr lang="en-US" sz="1800" b="1" i="0" dirty="0">
              <a:solidFill>
                <a:srgbClr val="212121"/>
              </a:solidFill>
              <a:effectLst/>
              <a:latin typeface="Roboto"/>
            </a:endParaRPr>
          </a:p>
          <a:p>
            <a:pPr marL="0" indent="0">
              <a:buNone/>
            </a:pPr>
            <a:endParaRPr lang="en-US" dirty="0"/>
          </a:p>
        </p:txBody>
      </p:sp>
      <p:sp>
        <p:nvSpPr>
          <p:cNvPr id="2" name="Slide Number Placeholder 1">
            <a:extLst>
              <a:ext uri="{FF2B5EF4-FFF2-40B4-BE49-F238E27FC236}">
                <a16:creationId xmlns:a16="http://schemas.microsoft.com/office/drawing/2014/main" id="{25D9C8D5-D5C2-4D0C-ABFE-894EA483CAE5}"/>
              </a:ext>
            </a:extLst>
          </p:cNvPr>
          <p:cNvSpPr>
            <a:spLocks noGrp="1"/>
          </p:cNvSpPr>
          <p:nvPr>
            <p:ph type="sldNum" sz="quarter" idx="12"/>
          </p:nvPr>
        </p:nvSpPr>
        <p:spPr/>
        <p:txBody>
          <a:bodyPr/>
          <a:lstStyle/>
          <a:p>
            <a:fld id="{D58C462D-6DF3-4641-93DF-AC4EA5041486}" type="slidenum">
              <a:rPr lang="en-US" smtClean="0"/>
              <a:t>11</a:t>
            </a:fld>
            <a:endParaRPr lang="en-US"/>
          </a:p>
        </p:txBody>
      </p:sp>
    </p:spTree>
    <p:extLst>
      <p:ext uri="{BB962C8B-B14F-4D97-AF65-F5344CB8AC3E}">
        <p14:creationId xmlns:p14="http://schemas.microsoft.com/office/powerpoint/2010/main" val="1055842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449E14-779A-4038-AE45-364E66A63101}"/>
              </a:ext>
            </a:extLst>
          </p:cNvPr>
          <p:cNvSpPr>
            <a:spLocks noGrp="1"/>
          </p:cNvSpPr>
          <p:nvPr>
            <p:ph idx="1"/>
          </p:nvPr>
        </p:nvSpPr>
        <p:spPr>
          <a:xfrm>
            <a:off x="800100" y="381000"/>
            <a:ext cx="7543800" cy="5791201"/>
          </a:xfrm>
        </p:spPr>
        <p:txBody>
          <a:bodyPr>
            <a:normAutofit fontScale="77500" lnSpcReduction="20000"/>
          </a:bodyPr>
          <a:lstStyle/>
          <a:p>
            <a:pPr algn="l">
              <a:buFont typeface="Arial" panose="020B0604020202020204" pitchFamily="34" charset="0"/>
              <a:buChar char="•"/>
            </a:pPr>
            <a:r>
              <a:rPr lang="en-US" sz="2200" b="1" i="0" dirty="0">
                <a:solidFill>
                  <a:srgbClr val="212121"/>
                </a:solidFill>
                <a:effectLst/>
                <a:latin typeface="Roboto"/>
              </a:rPr>
              <a:t>Web Analytic: </a:t>
            </a:r>
            <a:r>
              <a:rPr lang="en-US" sz="2200" b="0" i="0" dirty="0">
                <a:solidFill>
                  <a:srgbClr val="4D5156"/>
                </a:solidFill>
                <a:effectLst/>
                <a:latin typeface="arial" panose="020B0604020202020204" pitchFamily="34" charset="0"/>
              </a:rPr>
              <a:t>Web analytics is the measurement, collection, analysis and reporting of web data for purposes of understanding and optimizing web usage</a:t>
            </a:r>
          </a:p>
          <a:p>
            <a:pPr algn="l">
              <a:buFont typeface="Arial" panose="020B0604020202020204" pitchFamily="34" charset="0"/>
              <a:buChar char="•"/>
            </a:pPr>
            <a:r>
              <a:rPr lang="en-US" sz="2200" b="1" i="0" dirty="0">
                <a:solidFill>
                  <a:srgbClr val="212121"/>
                </a:solidFill>
                <a:effectLst/>
                <a:latin typeface="Roboto"/>
              </a:rPr>
              <a:t>Visual Analytics: </a:t>
            </a:r>
            <a:r>
              <a:rPr lang="en-US" sz="2200" b="1" i="0" dirty="0">
                <a:solidFill>
                  <a:srgbClr val="444444"/>
                </a:solidFill>
                <a:effectLst/>
                <a:latin typeface="Arial" panose="020B0604020202020204" pitchFamily="34" charset="0"/>
              </a:rPr>
              <a:t>Visual Analytics</a:t>
            </a:r>
            <a:r>
              <a:rPr lang="en-US" sz="2200" b="0" i="0" dirty="0">
                <a:solidFill>
                  <a:srgbClr val="444444"/>
                </a:solidFill>
                <a:effectLst/>
                <a:latin typeface="Arial" panose="020B0604020202020204" pitchFamily="34" charset="0"/>
              </a:rPr>
              <a:t> is the science of analytical reasoning supported by interactive visual interfaces. </a:t>
            </a:r>
            <a:endParaRPr lang="en-US" sz="2200" b="1" i="0" dirty="0">
              <a:solidFill>
                <a:srgbClr val="212121"/>
              </a:solidFill>
              <a:effectLst/>
              <a:latin typeface="Roboto"/>
            </a:endParaRPr>
          </a:p>
          <a:p>
            <a:pPr algn="l">
              <a:buFont typeface="Arial" panose="020B0604020202020204" pitchFamily="34" charset="0"/>
              <a:buChar char="•"/>
            </a:pPr>
            <a:r>
              <a:rPr lang="en-US" sz="2200" b="1" dirty="0">
                <a:solidFill>
                  <a:srgbClr val="212121"/>
                </a:solidFill>
                <a:latin typeface="Roboto"/>
              </a:rPr>
              <a:t>Test Analytics: </a:t>
            </a:r>
            <a:r>
              <a:rPr lang="en-US" sz="2200" dirty="0">
                <a:solidFill>
                  <a:srgbClr val="212121"/>
                </a:solidFill>
                <a:latin typeface="Roboto"/>
              </a:rPr>
              <a:t>T</a:t>
            </a:r>
            <a:r>
              <a:rPr lang="en-US" sz="2200" i="0" dirty="0">
                <a:solidFill>
                  <a:srgbClr val="222222"/>
                </a:solidFill>
                <a:effectLst/>
                <a:latin typeface="arial" panose="020B0604020202020204" pitchFamily="34" charset="0"/>
              </a:rPr>
              <a:t>ext analytics </a:t>
            </a:r>
            <a:r>
              <a:rPr lang="en-US" sz="2200" b="0" i="0" dirty="0">
                <a:solidFill>
                  <a:srgbClr val="222222"/>
                </a:solidFill>
                <a:effectLst/>
                <a:latin typeface="arial" panose="020B0604020202020204" pitchFamily="34" charset="0"/>
              </a:rPr>
              <a:t>is the automated process of translating large volumes of unstructured </a:t>
            </a:r>
            <a:r>
              <a:rPr lang="en-US" sz="2200" i="0" dirty="0">
                <a:solidFill>
                  <a:srgbClr val="222222"/>
                </a:solidFill>
                <a:effectLst/>
                <a:latin typeface="arial" panose="020B0604020202020204" pitchFamily="34" charset="0"/>
              </a:rPr>
              <a:t>text</a:t>
            </a:r>
            <a:r>
              <a:rPr lang="en-US" sz="2200" b="0" i="0" dirty="0">
                <a:solidFill>
                  <a:srgbClr val="222222"/>
                </a:solidFill>
                <a:effectLst/>
                <a:latin typeface="arial" panose="020B0604020202020204" pitchFamily="34" charset="0"/>
              </a:rPr>
              <a:t> into quantitative data to uncover insights, trends, and patterns. Combined with data visualization tools, this technique enables companies to understand the story behind the numbers and make better decisions.</a:t>
            </a:r>
            <a:endParaRPr lang="en-US" sz="2200" b="1" dirty="0">
              <a:solidFill>
                <a:srgbClr val="212121"/>
              </a:solidFill>
              <a:latin typeface="Roboto"/>
            </a:endParaRPr>
          </a:p>
          <a:p>
            <a:pPr algn="l">
              <a:buFont typeface="Arial" panose="020B0604020202020204" pitchFamily="34" charset="0"/>
              <a:buChar char="•"/>
            </a:pPr>
            <a:r>
              <a:rPr lang="en-US" sz="2200" b="1" i="0" dirty="0">
                <a:solidFill>
                  <a:srgbClr val="212121"/>
                </a:solidFill>
                <a:effectLst/>
                <a:latin typeface="Roboto"/>
              </a:rPr>
              <a:t>Business Analytics: </a:t>
            </a:r>
            <a:r>
              <a:rPr lang="en-US" sz="2200" b="0" i="0" dirty="0">
                <a:solidFill>
                  <a:srgbClr val="333333"/>
                </a:solidFill>
                <a:effectLst/>
                <a:latin typeface="Lucida Grande"/>
              </a:rPr>
              <a:t>Business analytics is the process of collating, sorting, processing, and studying business data, and using statistical models and iterative methodologies to transform data into business insights. The goal of business analytics is to determine which datasets are useful and how they can be leveraged to solve problems and increase efficiency, productivity, and revenue.</a:t>
            </a:r>
            <a:endParaRPr lang="en-US" sz="2200" b="1" i="0" dirty="0">
              <a:solidFill>
                <a:srgbClr val="212121"/>
              </a:solidFill>
              <a:effectLst/>
              <a:latin typeface="Roboto"/>
            </a:endParaRPr>
          </a:p>
          <a:p>
            <a:pPr algn="l">
              <a:buFont typeface="Arial" panose="020B0604020202020204" pitchFamily="34" charset="0"/>
              <a:buChar char="•"/>
            </a:pPr>
            <a:r>
              <a:rPr lang="en-US" sz="2200" b="1" i="0" dirty="0">
                <a:solidFill>
                  <a:srgbClr val="212121"/>
                </a:solidFill>
                <a:effectLst/>
                <a:latin typeface="Roboto"/>
              </a:rPr>
              <a:t>Design and analysis of algorithm: </a:t>
            </a:r>
            <a:r>
              <a:rPr lang="en-US" sz="2200" i="0" dirty="0">
                <a:solidFill>
                  <a:srgbClr val="222222"/>
                </a:solidFill>
                <a:effectLst/>
                <a:latin typeface="arial" panose="020B0604020202020204" pitchFamily="34" charset="0"/>
              </a:rPr>
              <a:t>Design and Analysis of Algorithm </a:t>
            </a:r>
            <a:r>
              <a:rPr lang="en-US" sz="2200" b="0" i="0" dirty="0">
                <a:solidFill>
                  <a:srgbClr val="222222"/>
                </a:solidFill>
                <a:effectLst/>
                <a:latin typeface="arial" panose="020B0604020202020204" pitchFamily="34" charset="0"/>
              </a:rPr>
              <a:t>is very important for </a:t>
            </a:r>
            <a:r>
              <a:rPr lang="en-US" sz="2200" b="1" i="0" dirty="0">
                <a:solidFill>
                  <a:srgbClr val="222222"/>
                </a:solidFill>
                <a:effectLst/>
                <a:latin typeface="arial" panose="020B0604020202020204" pitchFamily="34" charset="0"/>
              </a:rPr>
              <a:t>designing algorithm</a:t>
            </a:r>
            <a:r>
              <a:rPr lang="en-US" sz="2200" b="0" i="0" dirty="0">
                <a:solidFill>
                  <a:srgbClr val="222222"/>
                </a:solidFill>
                <a:effectLst/>
                <a:latin typeface="arial" panose="020B0604020202020204" pitchFamily="34" charset="0"/>
              </a:rPr>
              <a:t> to solve different types of problems in the branch of computer science and information technology.</a:t>
            </a:r>
            <a:endParaRPr lang="en-US" sz="2200" b="1" i="0" dirty="0">
              <a:solidFill>
                <a:srgbClr val="212121"/>
              </a:solidFill>
              <a:effectLst/>
              <a:latin typeface="Roboto"/>
            </a:endParaRPr>
          </a:p>
          <a:p>
            <a:pPr algn="l">
              <a:buFont typeface="Arial" panose="020B0604020202020204" pitchFamily="34" charset="0"/>
              <a:buChar char="•"/>
            </a:pPr>
            <a:r>
              <a:rPr lang="en-US" sz="2200" b="1" i="0" dirty="0">
                <a:solidFill>
                  <a:srgbClr val="212121"/>
                </a:solidFill>
                <a:effectLst/>
                <a:latin typeface="Roboto"/>
              </a:rPr>
              <a:t>Data Structure and Algorithms: </a:t>
            </a:r>
            <a:r>
              <a:rPr lang="en-US" sz="2200" b="0" i="0" dirty="0">
                <a:solidFill>
                  <a:srgbClr val="222222"/>
                </a:solidFill>
                <a:effectLst/>
                <a:latin typeface="arial" panose="020B0604020202020204" pitchFamily="34" charset="0"/>
              </a:rPr>
              <a:t>A </a:t>
            </a:r>
            <a:r>
              <a:rPr lang="en-US" sz="2200" b="1" i="0" dirty="0">
                <a:solidFill>
                  <a:srgbClr val="222222"/>
                </a:solidFill>
                <a:effectLst/>
                <a:latin typeface="arial" panose="020B0604020202020204" pitchFamily="34" charset="0"/>
              </a:rPr>
              <a:t>data structure</a:t>
            </a:r>
            <a:r>
              <a:rPr lang="en-US" sz="2200" b="0" i="0" dirty="0">
                <a:solidFill>
                  <a:srgbClr val="222222"/>
                </a:solidFill>
                <a:effectLst/>
                <a:latin typeface="arial" panose="020B0604020202020204" pitchFamily="34" charset="0"/>
              </a:rPr>
              <a:t> is a named location that can be used to store and organize </a:t>
            </a:r>
            <a:r>
              <a:rPr lang="en-US" sz="2200" b="1" i="0" dirty="0">
                <a:solidFill>
                  <a:srgbClr val="222222"/>
                </a:solidFill>
                <a:effectLst/>
                <a:latin typeface="arial" panose="020B0604020202020204" pitchFamily="34" charset="0"/>
              </a:rPr>
              <a:t>data</a:t>
            </a:r>
            <a:r>
              <a:rPr lang="en-US" sz="2200" b="0" i="0" dirty="0">
                <a:solidFill>
                  <a:srgbClr val="222222"/>
                </a:solidFill>
                <a:effectLst/>
                <a:latin typeface="arial" panose="020B0604020202020204" pitchFamily="34" charset="0"/>
              </a:rPr>
              <a:t>. And, an </a:t>
            </a:r>
            <a:r>
              <a:rPr lang="en-US" sz="2200" b="1" i="0" dirty="0">
                <a:solidFill>
                  <a:srgbClr val="222222"/>
                </a:solidFill>
                <a:effectLst/>
                <a:latin typeface="arial" panose="020B0604020202020204" pitchFamily="34" charset="0"/>
              </a:rPr>
              <a:t>algorithm</a:t>
            </a:r>
            <a:r>
              <a:rPr lang="en-US" sz="2200" b="0" i="0" dirty="0">
                <a:solidFill>
                  <a:srgbClr val="222222"/>
                </a:solidFill>
                <a:effectLst/>
                <a:latin typeface="arial" panose="020B0604020202020204" pitchFamily="34" charset="0"/>
              </a:rPr>
              <a:t> is a collection of steps to solve a particular problem. Learning </a:t>
            </a:r>
            <a:r>
              <a:rPr lang="en-US" sz="2200" b="1" i="0" dirty="0">
                <a:solidFill>
                  <a:srgbClr val="222222"/>
                </a:solidFill>
                <a:effectLst/>
                <a:latin typeface="arial" panose="020B0604020202020204" pitchFamily="34" charset="0"/>
              </a:rPr>
              <a:t>data structures and algorithms</a:t>
            </a:r>
            <a:r>
              <a:rPr lang="en-US" sz="2200" b="0" i="0" dirty="0">
                <a:solidFill>
                  <a:srgbClr val="222222"/>
                </a:solidFill>
                <a:effectLst/>
                <a:latin typeface="arial" panose="020B0604020202020204" pitchFamily="34" charset="0"/>
              </a:rPr>
              <a:t> allow us to write efficient and optimized computer programs.</a:t>
            </a:r>
            <a:endParaRPr lang="en-US" sz="2200" b="1" i="0" dirty="0">
              <a:solidFill>
                <a:srgbClr val="212121"/>
              </a:solidFill>
              <a:effectLst/>
              <a:latin typeface="Roboto"/>
            </a:endParaRPr>
          </a:p>
          <a:p>
            <a:pPr algn="l">
              <a:buFont typeface="Arial" panose="020B0604020202020204" pitchFamily="34" charset="0"/>
              <a:buChar char="•"/>
            </a:pPr>
            <a:endParaRPr lang="en-US" sz="1800" b="1" i="0" dirty="0">
              <a:solidFill>
                <a:srgbClr val="212121"/>
              </a:solidFill>
              <a:effectLst/>
              <a:latin typeface="Roboto"/>
            </a:endParaRPr>
          </a:p>
          <a:p>
            <a:pPr algn="l">
              <a:buFont typeface="Arial" panose="020B0604020202020204" pitchFamily="34" charset="0"/>
              <a:buChar char="•"/>
            </a:pPr>
            <a:endParaRPr lang="en-US" sz="1800" b="1" i="0" dirty="0">
              <a:solidFill>
                <a:srgbClr val="212121"/>
              </a:solidFill>
              <a:effectLst/>
              <a:latin typeface="Roboto"/>
            </a:endParaRPr>
          </a:p>
          <a:p>
            <a:endParaRPr lang="en-US" dirty="0"/>
          </a:p>
        </p:txBody>
      </p:sp>
      <p:sp>
        <p:nvSpPr>
          <p:cNvPr id="2" name="Slide Number Placeholder 1">
            <a:extLst>
              <a:ext uri="{FF2B5EF4-FFF2-40B4-BE49-F238E27FC236}">
                <a16:creationId xmlns:a16="http://schemas.microsoft.com/office/drawing/2014/main" id="{8C3C1A9B-B930-4628-98A8-5AC296F794CC}"/>
              </a:ext>
            </a:extLst>
          </p:cNvPr>
          <p:cNvSpPr>
            <a:spLocks noGrp="1"/>
          </p:cNvSpPr>
          <p:nvPr>
            <p:ph type="sldNum" sz="quarter" idx="12"/>
          </p:nvPr>
        </p:nvSpPr>
        <p:spPr/>
        <p:txBody>
          <a:bodyPr/>
          <a:lstStyle/>
          <a:p>
            <a:fld id="{D58C462D-6DF3-4641-93DF-AC4EA5041486}" type="slidenum">
              <a:rPr lang="en-US" smtClean="0"/>
              <a:t>12</a:t>
            </a:fld>
            <a:endParaRPr lang="en-US"/>
          </a:p>
        </p:txBody>
      </p:sp>
    </p:spTree>
    <p:extLst>
      <p:ext uri="{BB962C8B-B14F-4D97-AF65-F5344CB8AC3E}">
        <p14:creationId xmlns:p14="http://schemas.microsoft.com/office/powerpoint/2010/main" val="1642000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285C63-927E-49C0-953F-B7EF9C91CFFE}"/>
              </a:ext>
            </a:extLst>
          </p:cNvPr>
          <p:cNvSpPr>
            <a:spLocks noGrp="1"/>
          </p:cNvSpPr>
          <p:nvPr>
            <p:ph idx="1"/>
          </p:nvPr>
        </p:nvSpPr>
        <p:spPr>
          <a:xfrm>
            <a:off x="800100" y="304800"/>
            <a:ext cx="7543800" cy="5867401"/>
          </a:xfrm>
        </p:spPr>
        <p:txBody>
          <a:bodyPr>
            <a:normAutofit fontScale="92500" lnSpcReduction="20000"/>
          </a:bodyPr>
          <a:lstStyle/>
          <a:p>
            <a:pPr algn="l">
              <a:buFont typeface="Arial" panose="020B0604020202020204" pitchFamily="34" charset="0"/>
              <a:buChar char="•"/>
            </a:pPr>
            <a:r>
              <a:rPr lang="en-US" sz="1900" b="1" i="0" dirty="0">
                <a:solidFill>
                  <a:srgbClr val="212121"/>
                </a:solidFill>
                <a:effectLst/>
                <a:latin typeface="Roboto"/>
              </a:rPr>
              <a:t>Computer performance/Hardware Bench-marking: </a:t>
            </a:r>
            <a:r>
              <a:rPr lang="en-US" sz="1900" b="1" i="0" dirty="0">
                <a:solidFill>
                  <a:srgbClr val="222222"/>
                </a:solidFill>
                <a:effectLst/>
                <a:latin typeface="arial" panose="020B0604020202020204" pitchFamily="34" charset="0"/>
              </a:rPr>
              <a:t>Benchmarking</a:t>
            </a:r>
            <a:r>
              <a:rPr lang="en-US" sz="1900" b="0" i="0" dirty="0">
                <a:solidFill>
                  <a:srgbClr val="222222"/>
                </a:solidFill>
                <a:effectLst/>
                <a:latin typeface="arial" panose="020B0604020202020204" pitchFamily="34" charset="0"/>
              </a:rPr>
              <a:t> is usually associated with assessing performance characteristics of computer </a:t>
            </a:r>
            <a:r>
              <a:rPr lang="en-US" sz="1900" b="1" i="0" dirty="0">
                <a:solidFill>
                  <a:srgbClr val="222222"/>
                </a:solidFill>
                <a:effectLst/>
                <a:latin typeface="arial" panose="020B0604020202020204" pitchFamily="34" charset="0"/>
              </a:rPr>
              <a:t>hardware</a:t>
            </a:r>
            <a:r>
              <a:rPr lang="en-US" sz="1900" b="0" i="0" dirty="0">
                <a:solidFill>
                  <a:srgbClr val="222222"/>
                </a:solidFill>
                <a:effectLst/>
                <a:latin typeface="arial" panose="020B0604020202020204" pitchFamily="34" charset="0"/>
              </a:rPr>
              <a:t>, for example, the floating point operation performance of a </a:t>
            </a:r>
            <a:r>
              <a:rPr lang="en-US" sz="1900" b="1" i="0" dirty="0">
                <a:solidFill>
                  <a:srgbClr val="222222"/>
                </a:solidFill>
                <a:effectLst/>
                <a:latin typeface="arial" panose="020B0604020202020204" pitchFamily="34" charset="0"/>
              </a:rPr>
              <a:t>CPU</a:t>
            </a:r>
            <a:endParaRPr lang="en-US" sz="1900" b="1" i="0" dirty="0">
              <a:solidFill>
                <a:srgbClr val="212121"/>
              </a:solidFill>
              <a:effectLst/>
              <a:latin typeface="Roboto"/>
            </a:endParaRPr>
          </a:p>
          <a:p>
            <a:pPr algn="l">
              <a:buFont typeface="Arial" panose="020B0604020202020204" pitchFamily="34" charset="0"/>
              <a:buChar char="•"/>
            </a:pPr>
            <a:r>
              <a:rPr lang="en-US" sz="1900" b="1" i="0" dirty="0">
                <a:solidFill>
                  <a:srgbClr val="212121"/>
                </a:solidFill>
                <a:effectLst/>
                <a:latin typeface="Roboto"/>
              </a:rPr>
              <a:t>Software performance/Software Bench-marking: </a:t>
            </a:r>
            <a:r>
              <a:rPr lang="en-US" sz="1900" b="0" i="0" dirty="0">
                <a:solidFill>
                  <a:srgbClr val="2A3848"/>
                </a:solidFill>
                <a:effectLst/>
                <a:latin typeface="GothamBook"/>
              </a:rPr>
              <a:t>One of the most important things that a business who relies on software development can do is to establish a software performance benchmarking system. This is used to determine how a system performs when tested under a particular workload. It can test stability, responsiveness, effectiveness, speed or something else. It can also be used to investigate, measure, validate or verify other parts of your code, such as the scalability or usage.</a:t>
            </a:r>
            <a:endParaRPr lang="en-US" sz="1900" b="1" i="0" dirty="0">
              <a:solidFill>
                <a:srgbClr val="212121"/>
              </a:solidFill>
              <a:effectLst/>
              <a:latin typeface="Roboto"/>
            </a:endParaRPr>
          </a:p>
          <a:p>
            <a:pPr>
              <a:buFont typeface="Arial" panose="020B0604020202020204" pitchFamily="34" charset="0"/>
              <a:buChar char="•"/>
            </a:pPr>
            <a:r>
              <a:rPr lang="en-US" sz="1900" b="1" i="0" dirty="0">
                <a:solidFill>
                  <a:srgbClr val="212121"/>
                </a:solidFill>
                <a:effectLst/>
                <a:latin typeface="Roboto"/>
              </a:rPr>
              <a:t>Manufacturing and Quality Control: </a:t>
            </a:r>
            <a:r>
              <a:rPr lang="en-US" sz="1900" b="0" i="0" dirty="0">
                <a:solidFill>
                  <a:srgbClr val="4D5156"/>
                </a:solidFill>
                <a:effectLst/>
                <a:latin typeface="arial" panose="020B0604020202020204" pitchFamily="34" charset="0"/>
              </a:rPr>
              <a:t>Statistical process control is a method of quality control which employs statistical methods to monitor and control a process. This helps to ensure that the process operates efficiently, producing more specification-conforming products with less waste.</a:t>
            </a:r>
            <a:endParaRPr lang="en-US" sz="1900" b="1" i="0" dirty="0">
              <a:solidFill>
                <a:srgbClr val="212121"/>
              </a:solidFill>
              <a:effectLst/>
              <a:latin typeface="Roboto"/>
            </a:endParaRPr>
          </a:p>
          <a:p>
            <a:pPr algn="l">
              <a:buFont typeface="Arial" panose="020B0604020202020204" pitchFamily="34" charset="0"/>
              <a:buChar char="•"/>
            </a:pPr>
            <a:r>
              <a:rPr lang="en-US" sz="1900" b="1" i="0" dirty="0">
                <a:solidFill>
                  <a:srgbClr val="212121"/>
                </a:solidFill>
                <a:effectLst/>
                <a:latin typeface="Roboto"/>
              </a:rPr>
              <a:t>Bioinformatics: </a:t>
            </a:r>
            <a:r>
              <a:rPr lang="en-US" sz="1900" b="0" i="0" dirty="0">
                <a:solidFill>
                  <a:srgbClr val="0B0E10"/>
                </a:solidFill>
                <a:effectLst/>
                <a:latin typeface="Soleil"/>
              </a:rPr>
              <a:t>Bioinformatics involves the integration of computers, software tools, and databases in an effort to address biological questions. </a:t>
            </a:r>
            <a:r>
              <a:rPr lang="en-US" sz="1900" b="0" i="0" dirty="0">
                <a:solidFill>
                  <a:srgbClr val="4D5156"/>
                </a:solidFill>
                <a:effectLst/>
                <a:latin typeface="arial" panose="020B0604020202020204" pitchFamily="34" charset="0"/>
              </a:rPr>
              <a:t> </a:t>
            </a:r>
            <a:r>
              <a:rPr lang="en-US" sz="1900" b="1" i="0" dirty="0">
                <a:solidFill>
                  <a:srgbClr val="5F6368"/>
                </a:solidFill>
                <a:effectLst/>
                <a:latin typeface="arial" panose="020B0604020202020204" pitchFamily="34" charset="0"/>
              </a:rPr>
              <a:t>Bioinformatics</a:t>
            </a:r>
            <a:r>
              <a:rPr lang="en-US" sz="1900" b="0" i="0" dirty="0">
                <a:solidFill>
                  <a:srgbClr val="4D5156"/>
                </a:solidFill>
                <a:effectLst/>
                <a:latin typeface="arial" panose="020B0604020202020204" pitchFamily="34" charset="0"/>
              </a:rPr>
              <a:t> and computational biology involve the analysis of huge biological data, particularly DNA, RNA, and protein sequences.</a:t>
            </a:r>
            <a:endParaRPr lang="en-US" sz="1900" b="1" i="0" dirty="0">
              <a:solidFill>
                <a:srgbClr val="212121"/>
              </a:solidFill>
              <a:effectLst/>
              <a:latin typeface="Roboto"/>
            </a:endParaRPr>
          </a:p>
          <a:p>
            <a:pPr algn="l">
              <a:buFont typeface="Arial" panose="020B0604020202020204" pitchFamily="34" charset="0"/>
              <a:buChar char="•"/>
            </a:pPr>
            <a:r>
              <a:rPr lang="en-US" sz="1900" b="1" i="0" dirty="0">
                <a:solidFill>
                  <a:srgbClr val="212121"/>
                </a:solidFill>
                <a:effectLst/>
                <a:latin typeface="Roboto"/>
              </a:rPr>
              <a:t>Stochastic process and queuing theory: </a:t>
            </a:r>
            <a:r>
              <a:rPr lang="en-US" sz="1900" b="0" i="0" dirty="0">
                <a:solidFill>
                  <a:srgbClr val="333333"/>
                </a:solidFill>
                <a:effectLst/>
                <a:latin typeface="Georgia" panose="02040502050405020303" pitchFamily="18" charset="0"/>
              </a:rPr>
              <a:t>The word </a:t>
            </a:r>
            <a:r>
              <a:rPr lang="en-US" sz="1900" b="0" i="1" dirty="0">
                <a:solidFill>
                  <a:srgbClr val="333333"/>
                </a:solidFill>
                <a:effectLst/>
                <a:latin typeface="Georgia" panose="02040502050405020303" pitchFamily="18" charset="0"/>
              </a:rPr>
              <a:t>stochastic</a:t>
            </a:r>
            <a:r>
              <a:rPr lang="en-US" sz="1900" b="0" i="0" dirty="0">
                <a:solidFill>
                  <a:srgbClr val="333333"/>
                </a:solidFill>
                <a:effectLst/>
                <a:latin typeface="Georgia" panose="02040502050405020303" pitchFamily="18" charset="0"/>
              </a:rPr>
              <a:t> is jargon for </a:t>
            </a:r>
            <a:r>
              <a:rPr lang="en-US" sz="1900" b="0" i="1" dirty="0">
                <a:solidFill>
                  <a:srgbClr val="333333"/>
                </a:solidFill>
                <a:effectLst/>
                <a:latin typeface="Georgia" panose="02040502050405020303" pitchFamily="18" charset="0"/>
              </a:rPr>
              <a:t>random</a:t>
            </a:r>
            <a:r>
              <a:rPr lang="en-US" sz="1900" b="0" i="0" dirty="0">
                <a:solidFill>
                  <a:srgbClr val="333333"/>
                </a:solidFill>
                <a:effectLst/>
                <a:latin typeface="Georgia" panose="02040502050405020303" pitchFamily="18" charset="0"/>
              </a:rPr>
              <a:t>. A </a:t>
            </a:r>
            <a:r>
              <a:rPr lang="en-US" sz="1900" b="0" i="1" dirty="0">
                <a:solidFill>
                  <a:srgbClr val="333333"/>
                </a:solidFill>
                <a:effectLst/>
                <a:latin typeface="Georgia" panose="02040502050405020303" pitchFamily="18" charset="0"/>
              </a:rPr>
              <a:t>stochastic process</a:t>
            </a:r>
            <a:r>
              <a:rPr lang="en-US" sz="1900" b="0" i="0" dirty="0">
                <a:solidFill>
                  <a:srgbClr val="333333"/>
                </a:solidFill>
                <a:effectLst/>
                <a:latin typeface="Georgia" panose="02040502050405020303" pitchFamily="18" charset="0"/>
              </a:rPr>
              <a:t> is a system which evolves in time while undergoing chance fluctuations. </a:t>
            </a:r>
            <a:r>
              <a:rPr lang="en-US" sz="1900" b="0" i="0" dirty="0">
                <a:solidFill>
                  <a:srgbClr val="4D5156"/>
                </a:solidFill>
                <a:effectLst/>
                <a:latin typeface="arial" panose="020B0604020202020204" pitchFamily="34" charset="0"/>
              </a:rPr>
              <a:t>Queueing theory is the mathematical study of waiting lines, or queues. A queueing model is constructed so that queue lengths and waiting time can be predicted.</a:t>
            </a:r>
            <a:endParaRPr lang="en-US" sz="1900" b="1" i="0" dirty="0">
              <a:solidFill>
                <a:srgbClr val="212121"/>
              </a:solidFill>
              <a:effectLst/>
              <a:latin typeface="Roboto"/>
            </a:endParaRPr>
          </a:p>
          <a:p>
            <a:endParaRPr lang="en-US" dirty="0"/>
          </a:p>
        </p:txBody>
      </p:sp>
      <p:sp>
        <p:nvSpPr>
          <p:cNvPr id="2" name="Slide Number Placeholder 1">
            <a:extLst>
              <a:ext uri="{FF2B5EF4-FFF2-40B4-BE49-F238E27FC236}">
                <a16:creationId xmlns:a16="http://schemas.microsoft.com/office/drawing/2014/main" id="{B192F3F7-0210-48FD-9F83-05C8B74C22CE}"/>
              </a:ext>
            </a:extLst>
          </p:cNvPr>
          <p:cNvSpPr>
            <a:spLocks noGrp="1"/>
          </p:cNvSpPr>
          <p:nvPr>
            <p:ph type="sldNum" sz="quarter" idx="12"/>
          </p:nvPr>
        </p:nvSpPr>
        <p:spPr/>
        <p:txBody>
          <a:bodyPr/>
          <a:lstStyle/>
          <a:p>
            <a:fld id="{D58C462D-6DF3-4641-93DF-AC4EA5041486}" type="slidenum">
              <a:rPr lang="en-US" smtClean="0"/>
              <a:t>13</a:t>
            </a:fld>
            <a:endParaRPr lang="en-US"/>
          </a:p>
        </p:txBody>
      </p:sp>
    </p:spTree>
    <p:extLst>
      <p:ext uri="{BB962C8B-B14F-4D97-AF65-F5344CB8AC3E}">
        <p14:creationId xmlns:p14="http://schemas.microsoft.com/office/powerpoint/2010/main" val="3041492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earn By Coding Examples for Beginners: Tabular Text &amp; Image Data ...">
            <a:extLst>
              <a:ext uri="{FF2B5EF4-FFF2-40B4-BE49-F238E27FC236}">
                <a16:creationId xmlns:a16="http://schemas.microsoft.com/office/drawing/2014/main" id="{EE82B6B2-9068-4FA8-B1F9-D53DACAC358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600" y="762000"/>
            <a:ext cx="6934200" cy="541020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5F54E05-E0E3-4D04-AE83-50EB18E6EEA9}"/>
              </a:ext>
            </a:extLst>
          </p:cNvPr>
          <p:cNvSpPr>
            <a:spLocks noGrp="1"/>
          </p:cNvSpPr>
          <p:nvPr>
            <p:ph type="sldNum" sz="quarter" idx="12"/>
          </p:nvPr>
        </p:nvSpPr>
        <p:spPr/>
        <p:txBody>
          <a:bodyPr/>
          <a:lstStyle/>
          <a:p>
            <a:fld id="{D58C462D-6DF3-4641-93DF-AC4EA5041486}" type="slidenum">
              <a:rPr lang="en-US" smtClean="0"/>
              <a:t>14</a:t>
            </a:fld>
            <a:endParaRPr lang="en-US"/>
          </a:p>
        </p:txBody>
      </p:sp>
    </p:spTree>
    <p:extLst>
      <p:ext uri="{BB962C8B-B14F-4D97-AF65-F5344CB8AC3E}">
        <p14:creationId xmlns:p14="http://schemas.microsoft.com/office/powerpoint/2010/main" val="121611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C67E76-7C21-C9BC-DE68-AE4CB9FFC84F}"/>
              </a:ext>
            </a:extLst>
          </p:cNvPr>
          <p:cNvSpPr>
            <a:spLocks noGrp="1"/>
          </p:cNvSpPr>
          <p:nvPr>
            <p:ph idx="1"/>
          </p:nvPr>
        </p:nvSpPr>
        <p:spPr>
          <a:xfrm>
            <a:off x="475488" y="457200"/>
            <a:ext cx="8193024" cy="5577840"/>
          </a:xfrm>
        </p:spPr>
        <p:txBody>
          <a:bodyPr/>
          <a:lstStyle/>
          <a:p>
            <a:pPr marL="0" indent="0">
              <a:buNone/>
            </a:pPr>
            <a:r>
              <a:rPr lang="en-US" b="0" i="0" dirty="0">
                <a:solidFill>
                  <a:srgbClr val="1F1F1F"/>
                </a:solidFill>
                <a:effectLst/>
                <a:highlight>
                  <a:srgbClr val="FFFFFF"/>
                </a:highlight>
                <a:latin typeface="Source Sans Pro" panose="020B0503030403020204" pitchFamily="34" charset="0"/>
              </a:rPr>
              <a:t>Data science studies data and how to extract meaning from it, whereas machine learning is a field devoted to understanding and building methods that utilize data to improve performance or inform predictions. Machine learning is a branch of artificial intelligence.</a:t>
            </a:r>
            <a:endParaRPr lang="en-US" dirty="0"/>
          </a:p>
        </p:txBody>
      </p:sp>
      <p:sp>
        <p:nvSpPr>
          <p:cNvPr id="4" name="Slide Number Placeholder 3">
            <a:extLst>
              <a:ext uri="{FF2B5EF4-FFF2-40B4-BE49-F238E27FC236}">
                <a16:creationId xmlns:a16="http://schemas.microsoft.com/office/drawing/2014/main" id="{F2DAF259-5410-1F07-6444-E270EDDC21E2}"/>
              </a:ext>
            </a:extLst>
          </p:cNvPr>
          <p:cNvSpPr>
            <a:spLocks noGrp="1"/>
          </p:cNvSpPr>
          <p:nvPr>
            <p:ph type="sldNum" sz="quarter" idx="12"/>
          </p:nvPr>
        </p:nvSpPr>
        <p:spPr/>
        <p:txBody>
          <a:bodyPr/>
          <a:lstStyle/>
          <a:p>
            <a:fld id="{D58C462D-6DF3-4641-93DF-AC4EA5041486}" type="slidenum">
              <a:rPr lang="en-US" smtClean="0"/>
              <a:t>15</a:t>
            </a:fld>
            <a:endParaRPr lang="en-US"/>
          </a:p>
        </p:txBody>
      </p:sp>
      <p:pic>
        <p:nvPicPr>
          <p:cNvPr id="1026" name="Picture 2" descr="[Featured image] Venn diagram comparing Data Science vs Machine Learning">
            <a:extLst>
              <a:ext uri="{FF2B5EF4-FFF2-40B4-BE49-F238E27FC236}">
                <a16:creationId xmlns:a16="http://schemas.microsoft.com/office/drawing/2014/main" id="{1F37417E-47A4-3802-6212-F18F0C7E71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488" y="1676400"/>
            <a:ext cx="8193024" cy="472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2492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5.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1_Berlin">
  <a:themeElements>
    <a:clrScheme name="Berlin">
      <a:dk1>
        <a:sysClr val="windowText" lastClr="000000"/>
      </a:dk1>
      <a:lt1>
        <a:sysClr val="window" lastClr="FFFFFF"/>
      </a:lt1>
      <a:dk2>
        <a:srgbClr val="6A9C41"/>
      </a:dk2>
      <a:lt2>
        <a:srgbClr val="E7E6E6"/>
      </a:lt2>
      <a:accent1>
        <a:srgbClr val="A7D535"/>
      </a:accent1>
      <a:accent2>
        <a:srgbClr val="EACA4F"/>
      </a:accent2>
      <a:accent3>
        <a:srgbClr val="FD9850"/>
      </a:accent3>
      <a:accent4>
        <a:srgbClr val="F46442"/>
      </a:accent4>
      <a:accent5>
        <a:srgbClr val="54D289"/>
      </a:accent5>
      <a:accent6>
        <a:srgbClr val="6AD8CB"/>
      </a:accent6>
      <a:hlink>
        <a:srgbClr val="CAFB50"/>
      </a:hlink>
      <a:folHlink>
        <a:srgbClr val="DEFF8B"/>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38000"/>
              </a:schemeClr>
            </a:gs>
            <a:gs pos="50000">
              <a:schemeClr val="phClr">
                <a:shade val="100000"/>
                <a:hueMod val="100000"/>
                <a:satMod val="110000"/>
                <a:lumMod val="130000"/>
              </a:schemeClr>
            </a:gs>
            <a:gs pos="100000">
              <a:schemeClr val="phClr">
                <a:shade val="78000"/>
                <a:hueMod val="106000"/>
                <a:satMod val="120000"/>
                <a:lumMod val="7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B587E4A9-1405-4B4F-8BC3-512EE08D2EBF}"/>
    </a:ext>
  </a:extLst>
</a:theme>
</file>

<file path=ppt/theme/theme2.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3.xml><?xml version="1.0" encoding="utf-8"?>
<a:theme xmlns:a="http://schemas.openxmlformats.org/drawingml/2006/main" name="2_Berlin">
  <a:themeElements>
    <a:clrScheme name="Berlin">
      <a:dk1>
        <a:sysClr val="windowText" lastClr="000000"/>
      </a:dk1>
      <a:lt1>
        <a:sysClr val="window" lastClr="FFFFFF"/>
      </a:lt1>
      <a:dk2>
        <a:srgbClr val="1F8094"/>
      </a:dk2>
      <a:lt2>
        <a:srgbClr val="E7E6E6"/>
      </a:lt2>
      <a:accent1>
        <a:srgbClr val="39CDE7"/>
      </a:accent1>
      <a:accent2>
        <a:srgbClr val="60DE72"/>
      </a:accent2>
      <a:accent3>
        <a:srgbClr val="DDCC64"/>
      </a:accent3>
      <a:accent4>
        <a:srgbClr val="F49D50"/>
      </a:accent4>
      <a:accent5>
        <a:srgbClr val="E44951"/>
      </a:accent5>
      <a:accent6>
        <a:srgbClr val="D666F9"/>
      </a:accent6>
      <a:hlink>
        <a:srgbClr val="4BF7ED"/>
      </a:hlink>
      <a:folHlink>
        <a:srgbClr val="95E9F4"/>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28000"/>
              </a:schemeClr>
            </a:gs>
            <a:gs pos="50000">
              <a:schemeClr val="phClr">
                <a:shade val="100000"/>
                <a:hueMod val="100000"/>
                <a:satMod val="110000"/>
                <a:lumMod val="130000"/>
              </a:schemeClr>
            </a:gs>
            <a:gs pos="100000">
              <a:schemeClr val="phClr">
                <a:shade val="78000"/>
                <a:hueMod val="118000"/>
                <a:satMod val="12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7DC10E3-4FF5-456B-A359-A0F378C1E5FB}"/>
    </a:ext>
  </a:extLst>
</a:theme>
</file>

<file path=ppt/theme/theme4.xml><?xml version="1.0" encoding="utf-8"?>
<a:theme xmlns:a="http://schemas.openxmlformats.org/drawingml/2006/main" name="3_Berlin">
  <a:themeElements>
    <a:clrScheme name="Berlin">
      <a:dk1>
        <a:sysClr val="windowText" lastClr="000000"/>
      </a:dk1>
      <a:lt1>
        <a:sysClr val="window" lastClr="FFFFFF"/>
      </a:lt1>
      <a:dk2>
        <a:srgbClr val="8D4585"/>
      </a:dk2>
      <a:lt2>
        <a:srgbClr val="E7E6E6"/>
      </a:lt2>
      <a:accent1>
        <a:srgbClr val="F35AE6"/>
      </a:accent1>
      <a:accent2>
        <a:srgbClr val="FC5283"/>
      </a:accent2>
      <a:accent3>
        <a:srgbClr val="F67C64"/>
      </a:accent3>
      <a:accent4>
        <a:srgbClr val="F89F65"/>
      </a:accent4>
      <a:accent5>
        <a:srgbClr val="55C6BA"/>
      </a:accent5>
      <a:accent6>
        <a:srgbClr val="84A3FD"/>
      </a:accent6>
      <a:hlink>
        <a:srgbClr val="6ED4F6"/>
      </a:hlink>
      <a:folHlink>
        <a:srgbClr val="9FECFC"/>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106000"/>
                <a:satMod val="220000"/>
                <a:lumMod val="140000"/>
              </a:schemeClr>
            </a:gs>
            <a:gs pos="50000">
              <a:schemeClr val="phClr">
                <a:shade val="100000"/>
                <a:hueMod val="100000"/>
                <a:satMod val="110000"/>
                <a:lumMod val="130000"/>
              </a:schemeClr>
            </a:gs>
            <a:gs pos="100000">
              <a:schemeClr val="phClr">
                <a:shade val="69000"/>
                <a:hueMod val="88000"/>
                <a:satMod val="16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7D30EEFE-7128-4DE5-8A0D-8D4EF32CB0AF}"/>
    </a:ext>
  </a:extLst>
</a:theme>
</file>

<file path=ppt/theme/theme5.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tf00001054_wac</Template>
  <TotalTime>807</TotalTime>
  <Words>1492</Words>
  <Application>Microsoft Office PowerPoint</Application>
  <PresentationFormat>On-screen Show (4:3)</PresentationFormat>
  <Paragraphs>120</Paragraphs>
  <Slides>15</Slides>
  <Notes>0</Notes>
  <HiddenSlides>0</HiddenSlides>
  <MMClips>0</MMClips>
  <ScaleCrop>false</ScaleCrop>
  <HeadingPairs>
    <vt:vector size="6" baseType="variant">
      <vt:variant>
        <vt:lpstr>Fonts Used</vt:lpstr>
      </vt:variant>
      <vt:variant>
        <vt:i4>15</vt:i4>
      </vt:variant>
      <vt:variant>
        <vt:lpstr>Theme</vt:lpstr>
      </vt:variant>
      <vt:variant>
        <vt:i4>5</vt:i4>
      </vt:variant>
      <vt:variant>
        <vt:lpstr>Slide Titles</vt:lpstr>
      </vt:variant>
      <vt:variant>
        <vt:i4>15</vt:i4>
      </vt:variant>
    </vt:vector>
  </HeadingPairs>
  <TitlesOfParts>
    <vt:vector size="35" baseType="lpstr">
      <vt:lpstr>Arial</vt:lpstr>
      <vt:lpstr>Arial</vt:lpstr>
      <vt:lpstr>Calibri</vt:lpstr>
      <vt:lpstr>Georgia</vt:lpstr>
      <vt:lpstr>GothamBook</vt:lpstr>
      <vt:lpstr>Lucida Grande</vt:lpstr>
      <vt:lpstr>Merriweather</vt:lpstr>
      <vt:lpstr>Roboto</vt:lpstr>
      <vt:lpstr>Soleil</vt:lpstr>
      <vt:lpstr>Source Sans Pro</vt:lpstr>
      <vt:lpstr>Trebuchet MS</vt:lpstr>
      <vt:lpstr>Tw Cen MT</vt:lpstr>
      <vt:lpstr>Tw Cen MT Condensed</vt:lpstr>
      <vt:lpstr>Verdana</vt:lpstr>
      <vt:lpstr>Wingdings 3</vt:lpstr>
      <vt:lpstr>1_Berlin</vt:lpstr>
      <vt:lpstr>Berlin</vt:lpstr>
      <vt:lpstr>2_Berlin</vt:lpstr>
      <vt:lpstr>3_Berlin</vt:lpstr>
      <vt:lpstr>Integral</vt:lpstr>
      <vt:lpstr>BSCSIT</vt:lpstr>
      <vt:lpstr>Course</vt:lpstr>
      <vt:lpstr>Course Evaluation</vt:lpstr>
      <vt:lpstr>TU Board Examination</vt:lpstr>
      <vt:lpstr>Practical Examination</vt:lpstr>
      <vt:lpstr>Internal Evaluation</vt:lpstr>
      <vt:lpstr>Course Content</vt:lpstr>
      <vt:lpstr>Suggested Book</vt:lpstr>
      <vt:lpstr>Contact Me</vt:lpstr>
      <vt:lpstr>Application areas of statistics in computer science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BScCSIT</dc:title>
  <dc:creator>Santosh Chhatkuli</dc:creator>
  <cp:lastModifiedBy>Santosh Chhatkuli</cp:lastModifiedBy>
  <cp:revision>94</cp:revision>
  <dcterms:created xsi:type="dcterms:W3CDTF">2012-11-25T07:12:24Z</dcterms:created>
  <dcterms:modified xsi:type="dcterms:W3CDTF">2024-05-26T10:48:23Z</dcterms:modified>
</cp:coreProperties>
</file>