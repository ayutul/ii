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Introduction to Motion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Define Motion Capture (MoCap)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Brief history: From biomechanics research in the 1970s to modern applications in sports, education, training, movies, and video games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Types of Motion Capture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1. Optical Systems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Passive Marker Systems: Use reflective markers; advantages include high frame rates and no cables required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Active Marker Systems: Use LEDs; advantages include high signal-to-noise ratio and minimal marker jitter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Markerless Systems: Example - Universal Capture used in The Matrix films for photorealistic results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2. Non-Optical Systems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Inertial Systems: Use inertial sensors; advantages include portability and large capture areas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Mechanical Systems: Use exoskeletons; advantages include real-time data and no occlusion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Stretch Sensors: Flexible and resistant to magnetic interference but have higher latency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Magnetic Systems: Use magnetic fields; advantages include real-time monitoring but are susceptible to interference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Applications of Motion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Video Games: Used to animate characters (e.g., Virtua Fighter, Soul Edge)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Movies: Used for CGI characters (e.g., Gollum in The Lord of the Rings, Na'vi in Avatar)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Robotics: Used to test control algorithms and hardware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Clinical Medicine: Used for gait analysis and biomechanical assessments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Advantages of Motion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Low latency and near-real-time performance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Ability to replicate complex movements and interactions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Cost-effectiveness in producing large amounts of animation data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Availability of free software and third-party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Disadvantages of Motion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Requires specialized software and hardware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High costs for small productions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Space requirements and potential for errors requiring reshoots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Initial results may be limited to the capture volume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Summary of the importance and versatility of motion capture technology</a:t>
            </a:r>
          </a:p>
          <a:p>
            <a:pPr>
              <a:spcAft>
                <a:spcPts val="1000"/>
              </a:spcAft>
              <a:defRPr sz="2400">
                <a:solidFill>
                  <a:srgbClr val="323232"/>
                </a:solidFill>
              </a:defRPr>
            </a:pPr>
            <a:r>
              <a:t>• Future potential and advancements in the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