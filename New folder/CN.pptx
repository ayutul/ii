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6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CF5AD-CFC5-4456-9B64-733EAD1761BD}" v="29" dt="2025-08-16T04:08:26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ekh Subedi" userId="352f4192db73b8fa" providerId="LiveId" clId="{25CCF5AD-CFC5-4456-9B64-733EAD1761BD}"/>
    <pc:docChg chg="custSel addSld delSld modSld">
      <pc:chgData name="Abhilekh Subedi" userId="352f4192db73b8fa" providerId="LiveId" clId="{25CCF5AD-CFC5-4456-9B64-733EAD1761BD}" dt="2025-08-16T04:09:51.607" v="104" actId="2696"/>
      <pc:docMkLst>
        <pc:docMk/>
      </pc:docMkLst>
      <pc:sldChg chg="addSp delSp modSp mod">
        <pc:chgData name="Abhilekh Subedi" userId="352f4192db73b8fa" providerId="LiveId" clId="{25CCF5AD-CFC5-4456-9B64-733EAD1761BD}" dt="2025-08-16T04:04:48.448" v="83"/>
        <pc:sldMkLst>
          <pc:docMk/>
          <pc:sldMk cId="2737722426" sldId="257"/>
        </pc:sldMkLst>
        <pc:spChg chg="add del mod">
          <ac:chgData name="Abhilekh Subedi" userId="352f4192db73b8fa" providerId="LiveId" clId="{25CCF5AD-CFC5-4456-9B64-733EAD1761BD}" dt="2025-08-16T04:04:48.448" v="83"/>
          <ac:spMkLst>
            <pc:docMk/>
            <pc:sldMk cId="2737722426" sldId="257"/>
            <ac:spMk id="3" creationId="{DE9F35EE-70DE-6D03-2C0F-322FE0ECBC14}"/>
          </ac:spMkLst>
        </pc:spChg>
        <pc:spChg chg="add mod">
          <ac:chgData name="Abhilekh Subedi" userId="352f4192db73b8fa" providerId="LiveId" clId="{25CCF5AD-CFC5-4456-9B64-733EAD1761BD}" dt="2025-08-16T04:04:43.527" v="82"/>
          <ac:spMkLst>
            <pc:docMk/>
            <pc:sldMk cId="2737722426" sldId="257"/>
            <ac:spMk id="4" creationId="{81BF57D4-2D27-8C91-EE39-D54265850508}"/>
          </ac:spMkLst>
        </pc:spChg>
      </pc:sldChg>
      <pc:sldChg chg="modSp">
        <pc:chgData name="Abhilekh Subedi" userId="352f4192db73b8fa" providerId="LiveId" clId="{25CCF5AD-CFC5-4456-9B64-733EAD1761BD}" dt="2025-08-16T04:08:26.943" v="103" actId="1076"/>
        <pc:sldMkLst>
          <pc:docMk/>
          <pc:sldMk cId="1902439417" sldId="258"/>
        </pc:sldMkLst>
        <pc:picChg chg="mod">
          <ac:chgData name="Abhilekh Subedi" userId="352f4192db73b8fa" providerId="LiveId" clId="{25CCF5AD-CFC5-4456-9B64-733EAD1761BD}" dt="2025-08-16T04:08:26.943" v="103" actId="1076"/>
          <ac:picMkLst>
            <pc:docMk/>
            <pc:sldMk cId="1902439417" sldId="258"/>
            <ac:picMk id="1030" creationId="{8FC7B507-3420-1441-0508-28FD47A405D2}"/>
          </ac:picMkLst>
        </pc:picChg>
      </pc:sldChg>
      <pc:sldChg chg="addSp delSp modSp mod">
        <pc:chgData name="Abhilekh Subedi" userId="352f4192db73b8fa" providerId="LiveId" clId="{25CCF5AD-CFC5-4456-9B64-733EAD1761BD}" dt="2025-08-16T04:08:18.096" v="101" actId="27614"/>
        <pc:sldMkLst>
          <pc:docMk/>
          <pc:sldMk cId="1232330538" sldId="260"/>
        </pc:sldMkLst>
        <pc:spChg chg="add del mod">
          <ac:chgData name="Abhilekh Subedi" userId="352f4192db73b8fa" providerId="LiveId" clId="{25CCF5AD-CFC5-4456-9B64-733EAD1761BD}" dt="2025-08-16T04:06:35.455" v="94" actId="27636"/>
          <ac:spMkLst>
            <pc:docMk/>
            <pc:sldMk cId="1232330538" sldId="260"/>
            <ac:spMk id="3" creationId="{9888D3DA-BB0B-8E1C-2558-42A004D22A8C}"/>
          </ac:spMkLst>
        </pc:spChg>
        <pc:spChg chg="add mod">
          <ac:chgData name="Abhilekh Subedi" userId="352f4192db73b8fa" providerId="LiveId" clId="{25CCF5AD-CFC5-4456-9B64-733EAD1761BD}" dt="2025-08-16T04:06:27.334" v="90"/>
          <ac:spMkLst>
            <pc:docMk/>
            <pc:sldMk cId="1232330538" sldId="260"/>
            <ac:spMk id="4" creationId="{C9CBF195-284B-9615-0F88-9A4BB8B8E4A3}"/>
          </ac:spMkLst>
        </pc:spChg>
        <pc:spChg chg="add mod">
          <ac:chgData name="Abhilekh Subedi" userId="352f4192db73b8fa" providerId="LiveId" clId="{25CCF5AD-CFC5-4456-9B64-733EAD1761BD}" dt="2025-08-16T04:07:44.898" v="97" actId="14100"/>
          <ac:spMkLst>
            <pc:docMk/>
            <pc:sldMk cId="1232330538" sldId="260"/>
            <ac:spMk id="5" creationId="{4DB11868-F781-05A0-4408-5A984DE4FBA3}"/>
          </ac:spMkLst>
        </pc:spChg>
        <pc:spChg chg="add">
          <ac:chgData name="Abhilekh Subedi" userId="352f4192db73b8fa" providerId="LiveId" clId="{25CCF5AD-CFC5-4456-9B64-733EAD1761BD}" dt="2025-08-16T04:07:49.485" v="98"/>
          <ac:spMkLst>
            <pc:docMk/>
            <pc:sldMk cId="1232330538" sldId="260"/>
            <ac:spMk id="6" creationId="{02D56EBC-2D17-4718-29DC-859CF9120237}"/>
          </ac:spMkLst>
        </pc:spChg>
        <pc:spChg chg="add">
          <ac:chgData name="Abhilekh Subedi" userId="352f4192db73b8fa" providerId="LiveId" clId="{25CCF5AD-CFC5-4456-9B64-733EAD1761BD}" dt="2025-08-16T04:08:02.533" v="99"/>
          <ac:spMkLst>
            <pc:docMk/>
            <pc:sldMk cId="1232330538" sldId="260"/>
            <ac:spMk id="7" creationId="{2C7F849B-77A5-A366-9A7E-4EFBA9225D6A}"/>
          </ac:spMkLst>
        </pc:spChg>
        <pc:picChg chg="add mod">
          <ac:chgData name="Abhilekh Subedi" userId="352f4192db73b8fa" providerId="LiveId" clId="{25CCF5AD-CFC5-4456-9B64-733EAD1761BD}" dt="2025-08-16T04:08:18.096" v="101" actId="27614"/>
          <ac:picMkLst>
            <pc:docMk/>
            <pc:sldMk cId="1232330538" sldId="260"/>
            <ac:picMk id="9" creationId="{6BABB5C0-9D98-F6D3-4578-C5B7EF473895}"/>
          </ac:picMkLst>
        </pc:picChg>
      </pc:sldChg>
      <pc:sldChg chg="modSp new mod">
        <pc:chgData name="Abhilekh Subedi" userId="352f4192db73b8fa" providerId="LiveId" clId="{25CCF5AD-CFC5-4456-9B64-733EAD1761BD}" dt="2025-08-16T04:01:00.287" v="35" actId="15"/>
        <pc:sldMkLst>
          <pc:docMk/>
          <pc:sldMk cId="3776305525" sldId="261"/>
        </pc:sldMkLst>
        <pc:spChg chg="mod">
          <ac:chgData name="Abhilekh Subedi" userId="352f4192db73b8fa" providerId="LiveId" clId="{25CCF5AD-CFC5-4456-9B64-733EAD1761BD}" dt="2025-08-16T04:00:52.297" v="30" actId="20577"/>
          <ac:spMkLst>
            <pc:docMk/>
            <pc:sldMk cId="3776305525" sldId="261"/>
            <ac:spMk id="2" creationId="{71FACA3A-86A1-021C-1C1E-D309E87F18A4}"/>
          </ac:spMkLst>
        </pc:spChg>
        <pc:spChg chg="mod">
          <ac:chgData name="Abhilekh Subedi" userId="352f4192db73b8fa" providerId="LiveId" clId="{25CCF5AD-CFC5-4456-9B64-733EAD1761BD}" dt="2025-08-16T04:01:00.287" v="35" actId="15"/>
          <ac:spMkLst>
            <pc:docMk/>
            <pc:sldMk cId="3776305525" sldId="261"/>
            <ac:spMk id="3" creationId="{CEF8C13F-B03A-48A3-8720-D4FBEF42FD37}"/>
          </ac:spMkLst>
        </pc:spChg>
      </pc:sldChg>
      <pc:sldChg chg="modSp new mod">
        <pc:chgData name="Abhilekh Subedi" userId="352f4192db73b8fa" providerId="LiveId" clId="{25CCF5AD-CFC5-4456-9B64-733EAD1761BD}" dt="2025-08-16T04:01:52.595" v="54" actId="15"/>
        <pc:sldMkLst>
          <pc:docMk/>
          <pc:sldMk cId="781867732" sldId="262"/>
        </pc:sldMkLst>
        <pc:spChg chg="mod">
          <ac:chgData name="Abhilekh Subedi" userId="352f4192db73b8fa" providerId="LiveId" clId="{25CCF5AD-CFC5-4456-9B64-733EAD1761BD}" dt="2025-08-16T04:01:18.616" v="40" actId="20577"/>
          <ac:spMkLst>
            <pc:docMk/>
            <pc:sldMk cId="781867732" sldId="262"/>
            <ac:spMk id="2" creationId="{A1E38787-43F5-9A8A-D355-BF24B1DA42C8}"/>
          </ac:spMkLst>
        </pc:spChg>
        <pc:spChg chg="mod">
          <ac:chgData name="Abhilekh Subedi" userId="352f4192db73b8fa" providerId="LiveId" clId="{25CCF5AD-CFC5-4456-9B64-733EAD1761BD}" dt="2025-08-16T04:01:52.595" v="54" actId="15"/>
          <ac:spMkLst>
            <pc:docMk/>
            <pc:sldMk cId="781867732" sldId="262"/>
            <ac:spMk id="3" creationId="{A51726B9-BFD4-6182-93D5-A557D96070B3}"/>
          </ac:spMkLst>
        </pc:spChg>
      </pc:sldChg>
      <pc:sldChg chg="addSp delSp modSp new mod">
        <pc:chgData name="Abhilekh Subedi" userId="352f4192db73b8fa" providerId="LiveId" clId="{25CCF5AD-CFC5-4456-9B64-733EAD1761BD}" dt="2025-08-16T04:03:14.810" v="71" actId="113"/>
        <pc:sldMkLst>
          <pc:docMk/>
          <pc:sldMk cId="3241456746" sldId="263"/>
        </pc:sldMkLst>
        <pc:spChg chg="mod">
          <ac:chgData name="Abhilekh Subedi" userId="352f4192db73b8fa" providerId="LiveId" clId="{25CCF5AD-CFC5-4456-9B64-733EAD1761BD}" dt="2025-08-16T04:02:45.903" v="65" actId="20577"/>
          <ac:spMkLst>
            <pc:docMk/>
            <pc:sldMk cId="3241456746" sldId="263"/>
            <ac:spMk id="2" creationId="{BCD7B52E-2280-B760-4868-38BBCDAD01BD}"/>
          </ac:spMkLst>
        </pc:spChg>
        <pc:spChg chg="add del mod">
          <ac:chgData name="Abhilekh Subedi" userId="352f4192db73b8fa" providerId="LiveId" clId="{25CCF5AD-CFC5-4456-9B64-733EAD1761BD}" dt="2025-08-16T04:03:14.810" v="71" actId="113"/>
          <ac:spMkLst>
            <pc:docMk/>
            <pc:sldMk cId="3241456746" sldId="263"/>
            <ac:spMk id="3" creationId="{01FD71CB-BC8A-8B3C-484B-F62DED7FEF9E}"/>
          </ac:spMkLst>
        </pc:spChg>
        <pc:spChg chg="add mod">
          <ac:chgData name="Abhilekh Subedi" userId="352f4192db73b8fa" providerId="LiveId" clId="{25CCF5AD-CFC5-4456-9B64-733EAD1761BD}" dt="2025-08-16T04:02:52.865" v="67"/>
          <ac:spMkLst>
            <pc:docMk/>
            <pc:sldMk cId="3241456746" sldId="263"/>
            <ac:spMk id="4" creationId="{30827455-B4E5-A82B-959A-E5AE2CB1798A}"/>
          </ac:spMkLst>
        </pc:spChg>
      </pc:sldChg>
      <pc:sldChg chg="new del">
        <pc:chgData name="Abhilekh Subedi" userId="352f4192db73b8fa" providerId="LiveId" clId="{25CCF5AD-CFC5-4456-9B64-733EAD1761BD}" dt="2025-08-16T04:09:51.607" v="104" actId="2696"/>
        <pc:sldMkLst>
          <pc:docMk/>
          <pc:sldMk cId="4033666989" sldId="264"/>
        </pc:sldMkLst>
      </pc:sldChg>
      <pc:sldChg chg="addSp delSp modSp new mod">
        <pc:chgData name="Abhilekh Subedi" userId="352f4192db73b8fa" providerId="LiveId" clId="{25CCF5AD-CFC5-4456-9B64-733EAD1761BD}" dt="2025-08-16T04:04:26.922" v="79"/>
        <pc:sldMkLst>
          <pc:docMk/>
          <pc:sldMk cId="2929459301" sldId="265"/>
        </pc:sldMkLst>
        <pc:spChg chg="mod">
          <ac:chgData name="Abhilekh Subedi" userId="352f4192db73b8fa" providerId="LiveId" clId="{25CCF5AD-CFC5-4456-9B64-733EAD1761BD}" dt="2025-08-16T04:04:13.249" v="76" actId="20577"/>
          <ac:spMkLst>
            <pc:docMk/>
            <pc:sldMk cId="2929459301" sldId="265"/>
            <ac:spMk id="2" creationId="{F27BD4BF-0E32-E933-6012-C896AF857509}"/>
          </ac:spMkLst>
        </pc:spChg>
        <pc:spChg chg="add del mod">
          <ac:chgData name="Abhilekh Subedi" userId="352f4192db73b8fa" providerId="LiveId" clId="{25CCF5AD-CFC5-4456-9B64-733EAD1761BD}" dt="2025-08-16T04:04:26.922" v="79"/>
          <ac:spMkLst>
            <pc:docMk/>
            <pc:sldMk cId="2929459301" sldId="265"/>
            <ac:spMk id="3" creationId="{05A9DBB7-F808-8A0C-39D4-BACE2095429E}"/>
          </ac:spMkLst>
        </pc:spChg>
        <pc:spChg chg="add mod">
          <ac:chgData name="Abhilekh Subedi" userId="352f4192db73b8fa" providerId="LiveId" clId="{25CCF5AD-CFC5-4456-9B64-733EAD1761BD}" dt="2025-08-16T04:04:22.435" v="78"/>
          <ac:spMkLst>
            <pc:docMk/>
            <pc:sldMk cId="2929459301" sldId="265"/>
            <ac:spMk id="4" creationId="{6F21622C-5388-6DE3-976D-EEF69455744B}"/>
          </ac:spMkLst>
        </pc:spChg>
      </pc:sldChg>
      <pc:sldChg chg="modSp new mod">
        <pc:chgData name="Abhilekh Subedi" userId="352f4192db73b8fa" providerId="LiveId" clId="{25CCF5AD-CFC5-4456-9B64-733EAD1761BD}" dt="2025-08-16T04:05:25.567" v="88"/>
        <pc:sldMkLst>
          <pc:docMk/>
          <pc:sldMk cId="871150602" sldId="266"/>
        </pc:sldMkLst>
        <pc:spChg chg="mod">
          <ac:chgData name="Abhilekh Subedi" userId="352f4192db73b8fa" providerId="LiveId" clId="{25CCF5AD-CFC5-4456-9B64-733EAD1761BD}" dt="2025-08-16T04:05:16.454" v="87" actId="20577"/>
          <ac:spMkLst>
            <pc:docMk/>
            <pc:sldMk cId="871150602" sldId="266"/>
            <ac:spMk id="2" creationId="{F9D47DEA-7FA6-0B38-91AE-958040683939}"/>
          </ac:spMkLst>
        </pc:spChg>
        <pc:spChg chg="mod">
          <ac:chgData name="Abhilekh Subedi" userId="352f4192db73b8fa" providerId="LiveId" clId="{25CCF5AD-CFC5-4456-9B64-733EAD1761BD}" dt="2025-08-16T04:05:25.567" v="88"/>
          <ac:spMkLst>
            <pc:docMk/>
            <pc:sldMk cId="871150602" sldId="266"/>
            <ac:spMk id="3" creationId="{DE606FEF-8755-181F-0BA2-E5400473614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682C-B1EF-BFBF-C97F-6A3B5AE9B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4ED0F-B311-B3C0-1503-F28542492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0E67E-CCCC-516C-BF33-9A47B1BA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F1778-3DFD-E6C2-4889-33AE4907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32C8-D0CF-5066-535B-22F9A955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9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191D-4A6F-231E-3751-A6073AC9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050C-3620-2846-F5B0-31DCFF19D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5A34-B0F7-3F31-2B91-C86941D7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0D7E1-73B2-2852-F54D-F4E7485B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B8762-DB2A-E780-8341-38218323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6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56F3-A87B-50AF-B3F3-B615A699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4F0E4-3186-7490-B916-60FAF3784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D05CB-CC32-45B8-AC0F-9B29A837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201FC-387D-EA32-41E0-A4B58FC0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D15A5-025A-0583-A197-672D35FE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3966-C4CA-00E9-DAF1-3D5DD575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A8519-F2D1-8372-6AD5-DA8780045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FFA71-8051-70C4-C5B7-D1975B4C6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748E1-F605-4BB0-73D9-A2D0434D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E050E-60D9-805B-E5CE-2C2B6442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48EBD-5BBC-FD56-38F3-84C93467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6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8A03-4F20-B0ED-CEA2-F547BDAE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1229-356C-F781-334A-4E9811327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1539A-4FDF-EF14-8394-BA115FF3C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851A6-4082-BFE5-8134-0B82CA254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39FDA-DF0D-1530-6523-19EF73FAA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82596-536B-1C5D-92B2-426DF01F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AAE9A-D412-5474-A4CD-319A21DA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B5BA66-20F9-9815-FD3B-CA30B9D7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4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7E58-C668-3CB3-AC2C-66FFFABA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2AF4F-4AB9-C880-AE19-0E48760A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CE8BD-25A9-6D2A-53C6-16A1A87D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8EF5B-01A5-3BD1-C97D-7A47D87E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5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02318-2EA6-5AC3-A464-3442FE0A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64A96-1B54-CF0A-5258-94635C67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EAA1-E113-2613-DB0C-F36743EF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1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1970-2F99-2A64-7854-BBB57378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FCC89-E4A5-114A-6E38-CDE1CA2B9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8D835-D4C8-2707-62E5-10A6DBF12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5AAAF-035F-8CF4-46B1-CA867C2B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2C291-402E-1FCE-3AA4-67E1D16C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53929-20E2-F707-4E6E-D892D78F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64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2390-32CE-B70F-E37C-83871361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EEBB9-0D33-0787-B937-8FBDAC016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5A013-BC8F-27B7-4BB5-5D70976A5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314CD-9DD8-6DD2-FF15-7F9FD397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DE04-1B00-FF95-D3E7-71293C78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8B1B3-5F2B-DB01-F67E-50A25C2F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0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0BF1-AB75-38DC-506E-F91BB800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50ED0-18B2-7138-D5D7-51497F913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2D023-5C63-EAB6-D1A8-2FA5AB313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49B6B-BA22-036D-1524-3D25FE73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63BFF-9859-3590-59CF-18E5F28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9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69BC32-51A6-1580-86A8-94515E55E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CD094-D005-79F1-B417-DDAA0276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FB38C-9087-9106-AD95-A78E0140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286B9-3BCA-B24F-BAEF-D941ABA9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30A46-98EA-DE1A-71F2-C8F7963D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3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C170-73F5-7FC8-1204-52B0908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E63F0-D75A-013B-DAE7-115C59D8E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499B-1908-D8B5-F702-A6D7128BE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5ADEC-A6EF-4C83-A117-8620A2B6F57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A5DDA-9CC0-6F28-CDA3-013F4506C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7651F-4BCD-888A-DB92-C7AABD221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2E098-2C1F-4452-BEDA-B560B8B4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7ED3-DB55-5E58-2823-7F6CCF299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1900F-3148-032A-F6D6-A00A44D2C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98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5501-E28C-EE4F-B856-D15E9EC7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F35EE-70DE-6D03-2C0F-322FE0EC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growth in data, mobility, and multimedia services</a:t>
            </a:r>
          </a:p>
          <a:p>
            <a:r>
              <a:rPr lang="en-US" dirty="0"/>
              <a:t>Need for flexible, scalable, cost-effective networks</a:t>
            </a:r>
          </a:p>
          <a:p>
            <a:r>
              <a:rPr lang="en-US" dirty="0"/>
              <a:t>Transition from hardware-centric to software-defined networking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2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D4BF-0E32-E933-6012-C896AF85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9DBB7-F808-8A0C-39D4-BACE20954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of network functions (firewall, router, load balancer, etc.)</a:t>
            </a:r>
          </a:p>
          <a:p>
            <a:r>
              <a:rPr lang="en-US" dirty="0"/>
              <a:t>Runs on standard servers instead of proprietary hardware</a:t>
            </a:r>
          </a:p>
          <a:p>
            <a:r>
              <a:rPr lang="en-US" dirty="0"/>
              <a:t>Key goal: reduce cost, improve agility, and enable rapid innovation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45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CEF6A-C7C5-5074-04DB-C9686A94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NFV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1F341-4890-AEDE-D7EC-A1B11977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NFV Infrastructure (NFVI) – hardware + virtualization layer</a:t>
            </a:r>
          </a:p>
          <a:p>
            <a:r>
              <a:rPr lang="en-US" dirty="0"/>
              <a:t>Virtual Network Functions (VNFs) – software versions of network functions</a:t>
            </a:r>
          </a:p>
          <a:p>
            <a:r>
              <a:rPr lang="en-US" dirty="0"/>
              <a:t>Management &amp; Orchestration (MANO) – control, automation, lifecycle management.</a:t>
            </a:r>
            <a:br>
              <a:rPr lang="en-US" dirty="0"/>
            </a:b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FC7B507-3420-1441-0508-28FD47A40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639" y="1825625"/>
            <a:ext cx="7022646" cy="486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43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02AE-D7DD-D3D4-8734-CCC53859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F6BFA-1155-21C9-6876-BCB30DF53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Reduced CAPEX &amp; OPEX</a:t>
            </a:r>
          </a:p>
          <a:p>
            <a:pPr lvl="1"/>
            <a:r>
              <a:rPr lang="en-US" dirty="0"/>
              <a:t>Faster service deployment</a:t>
            </a:r>
          </a:p>
          <a:p>
            <a:pPr lvl="1"/>
            <a:r>
              <a:rPr lang="en-US" dirty="0"/>
              <a:t>Scalability and flexibility</a:t>
            </a:r>
          </a:p>
          <a:p>
            <a:r>
              <a:rPr lang="en-US" dirty="0"/>
              <a:t>Disadvantages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Performance overhead</a:t>
            </a:r>
          </a:p>
          <a:p>
            <a:pPr lvl="1"/>
            <a:r>
              <a:rPr lang="en-US" dirty="0"/>
              <a:t>Security risks</a:t>
            </a:r>
          </a:p>
          <a:p>
            <a:pPr lvl="1"/>
            <a:r>
              <a:rPr lang="en-US" dirty="0"/>
              <a:t>Interoperability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8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7DEA-7FA6-0B38-91AE-95804068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06FEF-8755-181F-0BA2-E54004736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Packet-based, IP-based converged network</a:t>
            </a:r>
          </a:p>
          <a:p>
            <a:r>
              <a:rPr lang="en-US" dirty="0"/>
              <a:t>Supports voice, data, video, mobility on same platform</a:t>
            </a:r>
          </a:p>
          <a:p>
            <a:r>
              <a:rPr lang="en-US" dirty="0"/>
              <a:t>Separation of service layer and transport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50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DE48-4D39-3739-C5A1-D2F10E74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D3DA-BB0B-8E1C-2558-42A004D22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Applications: User services (VoIP, IPTV, IoT, etc.) connect via ANI.</a:t>
            </a:r>
          </a:p>
          <a:p>
            <a:r>
              <a:rPr lang="en-US" dirty="0"/>
              <a:t>Service Stratum: Handles service logic, control, user profiles, and authentication.</a:t>
            </a:r>
          </a:p>
          <a:p>
            <a:r>
              <a:rPr lang="en-US" dirty="0"/>
              <a:t>Transport Stratum: Provides actual data transfer, QoS, and user network access.</a:t>
            </a:r>
          </a:p>
          <a:p>
            <a:r>
              <a:rPr lang="en-US" dirty="0"/>
              <a:t>Interfaces:</a:t>
            </a:r>
          </a:p>
          <a:p>
            <a:pPr lvl="1"/>
            <a:r>
              <a:rPr lang="en-US" dirty="0"/>
              <a:t>UNI (User ↔ Network),</a:t>
            </a:r>
          </a:p>
          <a:p>
            <a:pPr lvl="1"/>
            <a:r>
              <a:rPr lang="en-US" dirty="0"/>
              <a:t>NNI (Network ↔ Network),</a:t>
            </a:r>
          </a:p>
          <a:p>
            <a:pPr lvl="1"/>
            <a:r>
              <a:rPr lang="en-US" dirty="0"/>
              <a:t>ANI (Apps ↔ Network).</a:t>
            </a:r>
          </a:p>
          <a:p>
            <a:r>
              <a:rPr lang="en-US" dirty="0"/>
              <a:t>Management Functions: Oversee operation, administration, and maintenance across all layers.</a:t>
            </a:r>
          </a:p>
          <a:p>
            <a:endParaRPr lang="en-US" dirty="0"/>
          </a:p>
        </p:txBody>
      </p:sp>
      <p:pic>
        <p:nvPicPr>
          <p:cNvPr id="9" name="Picture 8" descr="A diagram of a service support system&#10;&#10;AI-generated content may be incorrect.">
            <a:extLst>
              <a:ext uri="{FF2B5EF4-FFF2-40B4-BE49-F238E27FC236}">
                <a16:creationId xmlns:a16="http://schemas.microsoft.com/office/drawing/2014/main" id="{6BABB5C0-9D98-F6D3-4578-C5B7EF473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410" y="1447698"/>
            <a:ext cx="5423179" cy="39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3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CA3A-86A1-021C-1C1E-D309E87F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C13F-B03A-48A3-8720-D4FBEF42F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Convergence of multiple services</a:t>
            </a:r>
          </a:p>
          <a:p>
            <a:pPr lvl="1"/>
            <a:r>
              <a:rPr lang="en-US" dirty="0"/>
              <a:t>Better QoS &amp; mobility support</a:t>
            </a:r>
          </a:p>
          <a:p>
            <a:pPr lvl="1"/>
            <a:r>
              <a:rPr lang="en-US" dirty="0"/>
              <a:t>Scalability for future services</a:t>
            </a:r>
          </a:p>
          <a:p>
            <a:r>
              <a:rPr lang="en-US" dirty="0"/>
              <a:t>Challenges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Migration from legacy systems</a:t>
            </a:r>
          </a:p>
          <a:p>
            <a:pPr lvl="1"/>
            <a:r>
              <a:rPr lang="en-US" dirty="0"/>
              <a:t>Security threats</a:t>
            </a:r>
          </a:p>
          <a:p>
            <a:pPr lvl="1"/>
            <a:r>
              <a:rPr lang="en-US" dirty="0"/>
              <a:t>Standardization &amp; regulation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305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8787-43F5-9A8A-D355-BF24B1DA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26B9-BFD4-6182-93D5-A557D960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NFV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Virtual firewalls, routers, EPC</a:t>
            </a:r>
          </a:p>
          <a:p>
            <a:pPr lvl="1"/>
            <a:r>
              <a:rPr lang="en-US" dirty="0"/>
              <a:t>SD-WAN</a:t>
            </a:r>
          </a:p>
          <a:p>
            <a:pPr lvl="1"/>
            <a:r>
              <a:rPr lang="en-US" dirty="0"/>
              <a:t>5G Core &amp; Cloud-native telecom</a:t>
            </a:r>
          </a:p>
          <a:p>
            <a:r>
              <a:rPr lang="en-US" dirty="0"/>
              <a:t>NGN </a:t>
            </a:r>
          </a:p>
          <a:p>
            <a:pPr lvl="1"/>
            <a:r>
              <a:rPr lang="en-US" dirty="0"/>
              <a:t>VoIP replacing PSTN</a:t>
            </a:r>
          </a:p>
          <a:p>
            <a:pPr lvl="1"/>
            <a:r>
              <a:rPr lang="en-US" dirty="0"/>
              <a:t>IPTV over broadband</a:t>
            </a:r>
          </a:p>
          <a:p>
            <a:pPr lvl="1"/>
            <a:r>
              <a:rPr lang="en-US" dirty="0"/>
              <a:t>Mobile broadband (4G/5G)</a:t>
            </a:r>
          </a:p>
          <a:p>
            <a:pPr lvl="1"/>
            <a:r>
              <a:rPr lang="en-US" dirty="0"/>
              <a:t>IoT device connectivity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6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B52E-2280-B760-4868-38BBCDAD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NFV &amp; NGN Combined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D71CB-BC8A-8B3C-484B-F62DED7FE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NFV enables NGN by providing flexible virtualized infrastructure</a:t>
            </a:r>
          </a:p>
          <a:p>
            <a:r>
              <a:rPr lang="en-US" dirty="0"/>
              <a:t>NGN needs NFV for cost efficiency and scalability</a:t>
            </a:r>
          </a:p>
          <a:p>
            <a:r>
              <a:rPr lang="en-US" dirty="0"/>
              <a:t>Together → support 5G, IoT, edge computing, smart cities</a:t>
            </a:r>
          </a:p>
          <a:p>
            <a:r>
              <a:rPr lang="en-US" dirty="0"/>
              <a:t>Future Trends</a:t>
            </a:r>
          </a:p>
          <a:p>
            <a:pPr lvl="1"/>
            <a:r>
              <a:rPr lang="en-US" dirty="0"/>
              <a:t>NFV + SDN = fully automated, programmable networks</a:t>
            </a:r>
          </a:p>
          <a:p>
            <a:pPr lvl="1"/>
            <a:r>
              <a:rPr lang="en-US" dirty="0"/>
              <a:t>5G and upcoming 6G powered by NFV/NGN</a:t>
            </a:r>
          </a:p>
          <a:p>
            <a:pPr lvl="1"/>
            <a:r>
              <a:rPr lang="en-US" dirty="0"/>
              <a:t>Edge computing integration</a:t>
            </a:r>
          </a:p>
          <a:p>
            <a:pPr lvl="1"/>
            <a:r>
              <a:rPr lang="en-US" dirty="0"/>
              <a:t>AI-driven network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56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348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Introduction</vt:lpstr>
      <vt:lpstr>NFV</vt:lpstr>
      <vt:lpstr>NFV Architecture</vt:lpstr>
      <vt:lpstr>Advantages and Disadvantages</vt:lpstr>
      <vt:lpstr>NGN</vt:lpstr>
      <vt:lpstr>NGN Architecture</vt:lpstr>
      <vt:lpstr>Advantages and Disadvantages</vt:lpstr>
      <vt:lpstr>Uses</vt:lpstr>
      <vt:lpstr>NFV &amp; NGN Combined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Abhilekh Subedi</dc:creator>
  <cp:lastModifiedBy>Abhilekh Subedi</cp:lastModifiedBy>
  <cp:revision>1</cp:revision>
  <dcterms:created xsi:type="dcterms:W3CDTF">2025-08-16T01:40:52Z</dcterms:created>
  <dcterms:modified xsi:type="dcterms:W3CDTF">2025-08-16T04:09:52Z</dcterms:modified>
</cp:coreProperties>
</file>