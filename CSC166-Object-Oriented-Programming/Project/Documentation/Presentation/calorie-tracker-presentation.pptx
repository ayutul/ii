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58EBA1-3A39-470C-B14B-38DA2F5F046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F57525D-68D7-449E-9C54-5D424A268EAA}">
      <dgm:prSet/>
      <dgm:spPr/>
      <dgm:t>
        <a:bodyPr/>
        <a:lstStyle/>
        <a:p>
          <a:r>
            <a:rPr lang="en-US"/>
            <a:t>Based on C++ programming language</a:t>
          </a:r>
        </a:p>
      </dgm:t>
    </dgm:pt>
    <dgm:pt modelId="{62458EA1-BFC4-42F7-9C62-0285B1255919}" type="parTrans" cxnId="{F8DD3B85-CFF1-4183-AA3B-3CB2005640BC}">
      <dgm:prSet/>
      <dgm:spPr/>
      <dgm:t>
        <a:bodyPr/>
        <a:lstStyle/>
        <a:p>
          <a:endParaRPr lang="en-US"/>
        </a:p>
      </dgm:t>
    </dgm:pt>
    <dgm:pt modelId="{AF66F9FE-F9E3-4420-89ED-5B01CB79E03A}" type="sibTrans" cxnId="{F8DD3B85-CFF1-4183-AA3B-3CB2005640BC}">
      <dgm:prSet/>
      <dgm:spPr/>
      <dgm:t>
        <a:bodyPr/>
        <a:lstStyle/>
        <a:p>
          <a:endParaRPr lang="en-US"/>
        </a:p>
      </dgm:t>
    </dgm:pt>
    <dgm:pt modelId="{18C3F3F8-4A38-4095-808A-F56057A205E1}">
      <dgm:prSet/>
      <dgm:spPr/>
      <dgm:t>
        <a:bodyPr/>
        <a:lstStyle/>
        <a:p>
          <a:r>
            <a:rPr lang="en-US"/>
            <a:t>Automates calorie and protein tracking </a:t>
          </a:r>
        </a:p>
      </dgm:t>
    </dgm:pt>
    <dgm:pt modelId="{88B4166C-6681-4429-85C4-589772EBEFBE}" type="parTrans" cxnId="{3B898D08-DAFA-499A-BBEE-97311BEEF3C0}">
      <dgm:prSet/>
      <dgm:spPr/>
      <dgm:t>
        <a:bodyPr/>
        <a:lstStyle/>
        <a:p>
          <a:endParaRPr lang="en-US"/>
        </a:p>
      </dgm:t>
    </dgm:pt>
    <dgm:pt modelId="{4C35F1E8-91D9-47B4-BF72-0E4F00615B5F}" type="sibTrans" cxnId="{3B898D08-DAFA-499A-BBEE-97311BEEF3C0}">
      <dgm:prSet/>
      <dgm:spPr/>
      <dgm:t>
        <a:bodyPr/>
        <a:lstStyle/>
        <a:p>
          <a:endParaRPr lang="en-US"/>
        </a:p>
      </dgm:t>
    </dgm:pt>
    <dgm:pt modelId="{4C6C3BF7-D1DF-4582-B557-572C23B9BFE0}">
      <dgm:prSet/>
      <dgm:spPr/>
      <dgm:t>
        <a:bodyPr/>
        <a:lstStyle/>
        <a:p>
          <a:r>
            <a:rPr lang="en-US"/>
            <a:t>Enhances dietary management efficiency and accuracy</a:t>
          </a:r>
        </a:p>
      </dgm:t>
    </dgm:pt>
    <dgm:pt modelId="{729D2D7D-054E-45E1-85EE-FFA7C07E509A}" type="parTrans" cxnId="{8EEC6B24-8122-4E4E-8065-2E0F2167E480}">
      <dgm:prSet/>
      <dgm:spPr/>
      <dgm:t>
        <a:bodyPr/>
        <a:lstStyle/>
        <a:p>
          <a:endParaRPr lang="en-US"/>
        </a:p>
      </dgm:t>
    </dgm:pt>
    <dgm:pt modelId="{914CC19E-6C6A-4196-89A5-A94FB9272784}" type="sibTrans" cxnId="{8EEC6B24-8122-4E4E-8065-2E0F2167E480}">
      <dgm:prSet/>
      <dgm:spPr/>
      <dgm:t>
        <a:bodyPr/>
        <a:lstStyle/>
        <a:p>
          <a:endParaRPr lang="en-US"/>
        </a:p>
      </dgm:t>
    </dgm:pt>
    <dgm:pt modelId="{0CC8FB8C-A4A3-4F82-B239-30DA46C25D46}">
      <dgm:prSet/>
      <dgm:spPr/>
      <dgm:t>
        <a:bodyPr/>
        <a:lstStyle/>
        <a:p>
          <a:r>
            <a:rPr lang="en-US"/>
            <a:t>Personalized Goal Setting </a:t>
          </a:r>
        </a:p>
      </dgm:t>
    </dgm:pt>
    <dgm:pt modelId="{B143644A-B97E-4628-869F-A81ADF3A347F}" type="parTrans" cxnId="{0E63648C-E5A6-4FF4-8FAC-A8A83A3EA332}">
      <dgm:prSet/>
      <dgm:spPr/>
      <dgm:t>
        <a:bodyPr/>
        <a:lstStyle/>
        <a:p>
          <a:endParaRPr lang="en-US"/>
        </a:p>
      </dgm:t>
    </dgm:pt>
    <dgm:pt modelId="{E2467430-D8FE-42E7-97EB-10B826072D9B}" type="sibTrans" cxnId="{0E63648C-E5A6-4FF4-8FAC-A8A83A3EA332}">
      <dgm:prSet/>
      <dgm:spPr/>
      <dgm:t>
        <a:bodyPr/>
        <a:lstStyle/>
        <a:p>
          <a:endParaRPr lang="en-US"/>
        </a:p>
      </dgm:t>
    </dgm:pt>
    <dgm:pt modelId="{6B4E83A2-33F6-47E9-A455-84570F667370}">
      <dgm:prSet/>
      <dgm:spPr/>
      <dgm:t>
        <a:bodyPr/>
        <a:lstStyle/>
        <a:p>
          <a:r>
            <a:rPr lang="en-US"/>
            <a:t>Automated Calculations </a:t>
          </a:r>
        </a:p>
      </dgm:t>
    </dgm:pt>
    <dgm:pt modelId="{BB52A5CD-5ACC-4D3E-84DD-DA8A23318378}" type="parTrans" cxnId="{5865FDCD-BB11-4A49-AA6F-50F2D3B721BD}">
      <dgm:prSet/>
      <dgm:spPr/>
      <dgm:t>
        <a:bodyPr/>
        <a:lstStyle/>
        <a:p>
          <a:endParaRPr lang="en-US"/>
        </a:p>
      </dgm:t>
    </dgm:pt>
    <dgm:pt modelId="{4EDF4AC7-D424-4B08-836D-ADB58D73A761}" type="sibTrans" cxnId="{5865FDCD-BB11-4A49-AA6F-50F2D3B721BD}">
      <dgm:prSet/>
      <dgm:spPr/>
      <dgm:t>
        <a:bodyPr/>
        <a:lstStyle/>
        <a:p>
          <a:endParaRPr lang="en-US"/>
        </a:p>
      </dgm:t>
    </dgm:pt>
    <dgm:pt modelId="{2EAA6404-5E43-4F41-975C-E41BA2544D32}">
      <dgm:prSet/>
      <dgm:spPr/>
      <dgm:t>
        <a:bodyPr/>
        <a:lstStyle/>
        <a:p>
          <a:r>
            <a:rPr lang="en-US"/>
            <a:t>Data Storage and Retrieval</a:t>
          </a:r>
        </a:p>
      </dgm:t>
    </dgm:pt>
    <dgm:pt modelId="{98660243-5C53-4A70-99F6-A6147CE2E4B6}" type="parTrans" cxnId="{FF9CEF87-9B10-43CE-A5A6-CA27C006297B}">
      <dgm:prSet/>
      <dgm:spPr/>
      <dgm:t>
        <a:bodyPr/>
        <a:lstStyle/>
        <a:p>
          <a:endParaRPr lang="en-US"/>
        </a:p>
      </dgm:t>
    </dgm:pt>
    <dgm:pt modelId="{65D48F92-1DF2-42EE-9122-2F7A2D246B76}" type="sibTrans" cxnId="{FF9CEF87-9B10-43CE-A5A6-CA27C006297B}">
      <dgm:prSet/>
      <dgm:spPr/>
      <dgm:t>
        <a:bodyPr/>
        <a:lstStyle/>
        <a:p>
          <a:endParaRPr lang="en-US"/>
        </a:p>
      </dgm:t>
    </dgm:pt>
    <dgm:pt modelId="{C29ADF73-76AC-4E52-AB78-FFA6E7687559}">
      <dgm:prSet/>
      <dgm:spPr/>
      <dgm:t>
        <a:bodyPr/>
        <a:lstStyle/>
        <a:p>
          <a:r>
            <a:rPr lang="en-US"/>
            <a:t>Progress Tracking</a:t>
          </a:r>
        </a:p>
      </dgm:t>
    </dgm:pt>
    <dgm:pt modelId="{4106E9BD-A66F-4E58-B2E4-7EAFD9AFFC02}" type="parTrans" cxnId="{DF1EEF98-4433-4162-B098-A24A8A4B3B81}">
      <dgm:prSet/>
      <dgm:spPr/>
      <dgm:t>
        <a:bodyPr/>
        <a:lstStyle/>
        <a:p>
          <a:endParaRPr lang="en-US"/>
        </a:p>
      </dgm:t>
    </dgm:pt>
    <dgm:pt modelId="{74B4C887-8F3A-4FF4-80F9-7E42AEF28680}" type="sibTrans" cxnId="{DF1EEF98-4433-4162-B098-A24A8A4B3B81}">
      <dgm:prSet/>
      <dgm:spPr/>
      <dgm:t>
        <a:bodyPr/>
        <a:lstStyle/>
        <a:p>
          <a:endParaRPr lang="en-US"/>
        </a:p>
      </dgm:t>
    </dgm:pt>
    <dgm:pt modelId="{6B0B75CD-3E1E-499E-9702-C2BE12FD9083}" type="pres">
      <dgm:prSet presAssocID="{1858EBA1-3A39-470C-B14B-38DA2F5F0468}" presName="root" presStyleCnt="0">
        <dgm:presLayoutVars>
          <dgm:dir/>
          <dgm:resizeHandles val="exact"/>
        </dgm:presLayoutVars>
      </dgm:prSet>
      <dgm:spPr/>
    </dgm:pt>
    <dgm:pt modelId="{DB42EE7C-92AB-4A3F-BFCF-656A366A0F1F}" type="pres">
      <dgm:prSet presAssocID="{BF57525D-68D7-449E-9C54-5D424A268EAA}" presName="compNode" presStyleCnt="0"/>
      <dgm:spPr/>
    </dgm:pt>
    <dgm:pt modelId="{FFD0B92E-C0D7-4564-A441-CB4F53C008D3}" type="pres">
      <dgm:prSet presAssocID="{BF57525D-68D7-449E-9C54-5D424A268EAA}" presName="bgRect" presStyleLbl="bgShp" presStyleIdx="0" presStyleCnt="7"/>
      <dgm:spPr/>
    </dgm:pt>
    <dgm:pt modelId="{8DB77BEF-3D8C-489A-88F1-A73812138F55}" type="pres">
      <dgm:prSet presAssocID="{BF57525D-68D7-449E-9C54-5D424A268EA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C4233EEA-D3C5-4F5B-9958-CCA79C5D0A22}" type="pres">
      <dgm:prSet presAssocID="{BF57525D-68D7-449E-9C54-5D424A268EAA}" presName="spaceRect" presStyleCnt="0"/>
      <dgm:spPr/>
    </dgm:pt>
    <dgm:pt modelId="{3558CFB0-B1A3-4423-8FDE-DB3C4ACBD68E}" type="pres">
      <dgm:prSet presAssocID="{BF57525D-68D7-449E-9C54-5D424A268EAA}" presName="parTx" presStyleLbl="revTx" presStyleIdx="0" presStyleCnt="7">
        <dgm:presLayoutVars>
          <dgm:chMax val="0"/>
          <dgm:chPref val="0"/>
        </dgm:presLayoutVars>
      </dgm:prSet>
      <dgm:spPr/>
    </dgm:pt>
    <dgm:pt modelId="{588A4121-1A1F-4652-A708-2A67704177D4}" type="pres">
      <dgm:prSet presAssocID="{AF66F9FE-F9E3-4420-89ED-5B01CB79E03A}" presName="sibTrans" presStyleCnt="0"/>
      <dgm:spPr/>
    </dgm:pt>
    <dgm:pt modelId="{F544CAF4-8861-4C47-8806-A730CE4A25B9}" type="pres">
      <dgm:prSet presAssocID="{18C3F3F8-4A38-4095-808A-F56057A205E1}" presName="compNode" presStyleCnt="0"/>
      <dgm:spPr/>
    </dgm:pt>
    <dgm:pt modelId="{2D27B679-AB00-469E-8E84-DDA06E3EA739}" type="pres">
      <dgm:prSet presAssocID="{18C3F3F8-4A38-4095-808A-F56057A205E1}" presName="bgRect" presStyleLbl="bgShp" presStyleIdx="1" presStyleCnt="7"/>
      <dgm:spPr/>
    </dgm:pt>
    <dgm:pt modelId="{468DCAC0-95F1-4FA9-81BF-35148A7AC4FD}" type="pres">
      <dgm:prSet presAssocID="{18C3F3F8-4A38-4095-808A-F56057A205E1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F48F191-AB14-4679-A816-3AAB85671686}" type="pres">
      <dgm:prSet presAssocID="{18C3F3F8-4A38-4095-808A-F56057A205E1}" presName="spaceRect" presStyleCnt="0"/>
      <dgm:spPr/>
    </dgm:pt>
    <dgm:pt modelId="{0D80E915-6D5F-4FFC-84B5-8CF8D422CCB4}" type="pres">
      <dgm:prSet presAssocID="{18C3F3F8-4A38-4095-808A-F56057A205E1}" presName="parTx" presStyleLbl="revTx" presStyleIdx="1" presStyleCnt="7">
        <dgm:presLayoutVars>
          <dgm:chMax val="0"/>
          <dgm:chPref val="0"/>
        </dgm:presLayoutVars>
      </dgm:prSet>
      <dgm:spPr/>
    </dgm:pt>
    <dgm:pt modelId="{80A123B6-CE27-40EC-BE3E-B099C32B7329}" type="pres">
      <dgm:prSet presAssocID="{4C35F1E8-91D9-47B4-BF72-0E4F00615B5F}" presName="sibTrans" presStyleCnt="0"/>
      <dgm:spPr/>
    </dgm:pt>
    <dgm:pt modelId="{7432E32A-13B5-4EA8-A423-72AD1071A1BE}" type="pres">
      <dgm:prSet presAssocID="{4C6C3BF7-D1DF-4582-B557-572C23B9BFE0}" presName="compNode" presStyleCnt="0"/>
      <dgm:spPr/>
    </dgm:pt>
    <dgm:pt modelId="{01AEE7D4-F79C-4278-BFB8-43531C16070B}" type="pres">
      <dgm:prSet presAssocID="{4C6C3BF7-D1DF-4582-B557-572C23B9BFE0}" presName="bgRect" presStyleLbl="bgShp" presStyleIdx="2" presStyleCnt="7"/>
      <dgm:spPr/>
    </dgm:pt>
    <dgm:pt modelId="{BF42A156-0629-4F5B-A744-74DD139CE219}" type="pres">
      <dgm:prSet presAssocID="{4C6C3BF7-D1DF-4582-B557-572C23B9BFE0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E5859C40-3BBF-4170-ACFA-895DE7307398}" type="pres">
      <dgm:prSet presAssocID="{4C6C3BF7-D1DF-4582-B557-572C23B9BFE0}" presName="spaceRect" presStyleCnt="0"/>
      <dgm:spPr/>
    </dgm:pt>
    <dgm:pt modelId="{893AB0BC-5124-45BE-BAB8-3BA86A2F7736}" type="pres">
      <dgm:prSet presAssocID="{4C6C3BF7-D1DF-4582-B557-572C23B9BFE0}" presName="parTx" presStyleLbl="revTx" presStyleIdx="2" presStyleCnt="7">
        <dgm:presLayoutVars>
          <dgm:chMax val="0"/>
          <dgm:chPref val="0"/>
        </dgm:presLayoutVars>
      </dgm:prSet>
      <dgm:spPr/>
    </dgm:pt>
    <dgm:pt modelId="{36B21173-DA13-4C46-B298-11D1E81E5013}" type="pres">
      <dgm:prSet presAssocID="{914CC19E-6C6A-4196-89A5-A94FB9272784}" presName="sibTrans" presStyleCnt="0"/>
      <dgm:spPr/>
    </dgm:pt>
    <dgm:pt modelId="{980B83CE-8AA3-41AD-983C-17BB56FEE9E6}" type="pres">
      <dgm:prSet presAssocID="{0CC8FB8C-A4A3-4F82-B239-30DA46C25D46}" presName="compNode" presStyleCnt="0"/>
      <dgm:spPr/>
    </dgm:pt>
    <dgm:pt modelId="{BF78795A-37F0-4459-9D7F-577BD50C144E}" type="pres">
      <dgm:prSet presAssocID="{0CC8FB8C-A4A3-4F82-B239-30DA46C25D46}" presName="bgRect" presStyleLbl="bgShp" presStyleIdx="3" presStyleCnt="7"/>
      <dgm:spPr/>
    </dgm:pt>
    <dgm:pt modelId="{C3BCD6DC-06AA-4F7C-91CC-DD866C4492BB}" type="pres">
      <dgm:prSet presAssocID="{0CC8FB8C-A4A3-4F82-B239-30DA46C25D46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F7CDC6F-76E7-4370-9AC2-72F9D3BB3F67}" type="pres">
      <dgm:prSet presAssocID="{0CC8FB8C-A4A3-4F82-B239-30DA46C25D46}" presName="spaceRect" presStyleCnt="0"/>
      <dgm:spPr/>
    </dgm:pt>
    <dgm:pt modelId="{F6FB3C83-94E7-4B0E-9CA9-615A2E668F54}" type="pres">
      <dgm:prSet presAssocID="{0CC8FB8C-A4A3-4F82-B239-30DA46C25D46}" presName="parTx" presStyleLbl="revTx" presStyleIdx="3" presStyleCnt="7">
        <dgm:presLayoutVars>
          <dgm:chMax val="0"/>
          <dgm:chPref val="0"/>
        </dgm:presLayoutVars>
      </dgm:prSet>
      <dgm:spPr/>
    </dgm:pt>
    <dgm:pt modelId="{70E40D3C-562B-4207-BA47-9DD9700CBA24}" type="pres">
      <dgm:prSet presAssocID="{E2467430-D8FE-42E7-97EB-10B826072D9B}" presName="sibTrans" presStyleCnt="0"/>
      <dgm:spPr/>
    </dgm:pt>
    <dgm:pt modelId="{43382929-9E5F-4368-A967-5035E0D7DE65}" type="pres">
      <dgm:prSet presAssocID="{6B4E83A2-33F6-47E9-A455-84570F667370}" presName="compNode" presStyleCnt="0"/>
      <dgm:spPr/>
    </dgm:pt>
    <dgm:pt modelId="{D60BDFF3-4EAE-462D-8420-A12D3172F066}" type="pres">
      <dgm:prSet presAssocID="{6B4E83A2-33F6-47E9-A455-84570F667370}" presName="bgRect" presStyleLbl="bgShp" presStyleIdx="4" presStyleCnt="7"/>
      <dgm:spPr/>
    </dgm:pt>
    <dgm:pt modelId="{0C724865-3159-45E3-9A47-42717660D7B0}" type="pres">
      <dgm:prSet presAssocID="{6B4E83A2-33F6-47E9-A455-84570F667370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95E8D3D6-C4F0-4ABA-A5E7-9962CD8BE522}" type="pres">
      <dgm:prSet presAssocID="{6B4E83A2-33F6-47E9-A455-84570F667370}" presName="spaceRect" presStyleCnt="0"/>
      <dgm:spPr/>
    </dgm:pt>
    <dgm:pt modelId="{5376AA5C-232A-441D-BB5F-6848F401DA0E}" type="pres">
      <dgm:prSet presAssocID="{6B4E83A2-33F6-47E9-A455-84570F667370}" presName="parTx" presStyleLbl="revTx" presStyleIdx="4" presStyleCnt="7">
        <dgm:presLayoutVars>
          <dgm:chMax val="0"/>
          <dgm:chPref val="0"/>
        </dgm:presLayoutVars>
      </dgm:prSet>
      <dgm:spPr/>
    </dgm:pt>
    <dgm:pt modelId="{E2CEE7F9-4837-41B3-970F-369572B7E5A0}" type="pres">
      <dgm:prSet presAssocID="{4EDF4AC7-D424-4B08-836D-ADB58D73A761}" presName="sibTrans" presStyleCnt="0"/>
      <dgm:spPr/>
    </dgm:pt>
    <dgm:pt modelId="{5700B153-EB24-4694-A26C-5E594B89B747}" type="pres">
      <dgm:prSet presAssocID="{2EAA6404-5E43-4F41-975C-E41BA2544D32}" presName="compNode" presStyleCnt="0"/>
      <dgm:spPr/>
    </dgm:pt>
    <dgm:pt modelId="{46B29FEE-E77A-4F39-A126-AFA15065D5AC}" type="pres">
      <dgm:prSet presAssocID="{2EAA6404-5E43-4F41-975C-E41BA2544D32}" presName="bgRect" presStyleLbl="bgShp" presStyleIdx="5" presStyleCnt="7"/>
      <dgm:spPr/>
    </dgm:pt>
    <dgm:pt modelId="{0BD62869-0A2C-484C-92D8-B474120A561B}" type="pres">
      <dgm:prSet presAssocID="{2EAA6404-5E43-4F41-975C-E41BA2544D32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200A287-4ECF-4BE0-97AD-48D12F524B9B}" type="pres">
      <dgm:prSet presAssocID="{2EAA6404-5E43-4F41-975C-E41BA2544D32}" presName="spaceRect" presStyleCnt="0"/>
      <dgm:spPr/>
    </dgm:pt>
    <dgm:pt modelId="{88CB9971-DFDF-49D4-A2BB-577E278F857F}" type="pres">
      <dgm:prSet presAssocID="{2EAA6404-5E43-4F41-975C-E41BA2544D32}" presName="parTx" presStyleLbl="revTx" presStyleIdx="5" presStyleCnt="7">
        <dgm:presLayoutVars>
          <dgm:chMax val="0"/>
          <dgm:chPref val="0"/>
        </dgm:presLayoutVars>
      </dgm:prSet>
      <dgm:spPr/>
    </dgm:pt>
    <dgm:pt modelId="{02EE7F8C-3AAF-4B8E-A6EF-6ED291233FA7}" type="pres">
      <dgm:prSet presAssocID="{65D48F92-1DF2-42EE-9122-2F7A2D246B76}" presName="sibTrans" presStyleCnt="0"/>
      <dgm:spPr/>
    </dgm:pt>
    <dgm:pt modelId="{C5DBC6D1-B973-405D-B5FA-FF5FE02F7A7A}" type="pres">
      <dgm:prSet presAssocID="{C29ADF73-76AC-4E52-AB78-FFA6E7687559}" presName="compNode" presStyleCnt="0"/>
      <dgm:spPr/>
    </dgm:pt>
    <dgm:pt modelId="{1D398994-9E9C-4DBE-BB49-1B3815FBBDD4}" type="pres">
      <dgm:prSet presAssocID="{C29ADF73-76AC-4E52-AB78-FFA6E7687559}" presName="bgRect" presStyleLbl="bgShp" presStyleIdx="6" presStyleCnt="7"/>
      <dgm:spPr/>
    </dgm:pt>
    <dgm:pt modelId="{26AB1F35-35D3-4D1A-8879-0F1636CEE37E}" type="pres">
      <dgm:prSet presAssocID="{C29ADF73-76AC-4E52-AB78-FFA6E7687559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951C70A-1276-409E-99DF-441C94161A23}" type="pres">
      <dgm:prSet presAssocID="{C29ADF73-76AC-4E52-AB78-FFA6E7687559}" presName="spaceRect" presStyleCnt="0"/>
      <dgm:spPr/>
    </dgm:pt>
    <dgm:pt modelId="{B5FF7A8A-612E-4BBF-9601-A3AE4E0A6B90}" type="pres">
      <dgm:prSet presAssocID="{C29ADF73-76AC-4E52-AB78-FFA6E7687559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3B898D08-DAFA-499A-BBEE-97311BEEF3C0}" srcId="{1858EBA1-3A39-470C-B14B-38DA2F5F0468}" destId="{18C3F3F8-4A38-4095-808A-F56057A205E1}" srcOrd="1" destOrd="0" parTransId="{88B4166C-6681-4429-85C4-589772EBEFBE}" sibTransId="{4C35F1E8-91D9-47B4-BF72-0E4F00615B5F}"/>
    <dgm:cxn modelId="{8EEC6B24-8122-4E4E-8065-2E0F2167E480}" srcId="{1858EBA1-3A39-470C-B14B-38DA2F5F0468}" destId="{4C6C3BF7-D1DF-4582-B557-572C23B9BFE0}" srcOrd="2" destOrd="0" parTransId="{729D2D7D-054E-45E1-85EE-FFA7C07E509A}" sibTransId="{914CC19E-6C6A-4196-89A5-A94FB9272784}"/>
    <dgm:cxn modelId="{1DE0EB6E-867F-44D4-8150-532A34D63000}" type="presOf" srcId="{18C3F3F8-4A38-4095-808A-F56057A205E1}" destId="{0D80E915-6D5F-4FFC-84B5-8CF8D422CCB4}" srcOrd="0" destOrd="0" presId="urn:microsoft.com/office/officeart/2018/2/layout/IconVerticalSolidList"/>
    <dgm:cxn modelId="{094C3D6F-5DC2-4931-9942-3039CFC4163F}" type="presOf" srcId="{6B4E83A2-33F6-47E9-A455-84570F667370}" destId="{5376AA5C-232A-441D-BB5F-6848F401DA0E}" srcOrd="0" destOrd="0" presId="urn:microsoft.com/office/officeart/2018/2/layout/IconVerticalSolidList"/>
    <dgm:cxn modelId="{BA839974-7C51-4F5B-BEA5-EF04C1B952C0}" type="presOf" srcId="{BF57525D-68D7-449E-9C54-5D424A268EAA}" destId="{3558CFB0-B1A3-4423-8FDE-DB3C4ACBD68E}" srcOrd="0" destOrd="0" presId="urn:microsoft.com/office/officeart/2018/2/layout/IconVerticalSolidList"/>
    <dgm:cxn modelId="{F8DD3B85-CFF1-4183-AA3B-3CB2005640BC}" srcId="{1858EBA1-3A39-470C-B14B-38DA2F5F0468}" destId="{BF57525D-68D7-449E-9C54-5D424A268EAA}" srcOrd="0" destOrd="0" parTransId="{62458EA1-BFC4-42F7-9C62-0285B1255919}" sibTransId="{AF66F9FE-F9E3-4420-89ED-5B01CB79E03A}"/>
    <dgm:cxn modelId="{FF9CEF87-9B10-43CE-A5A6-CA27C006297B}" srcId="{1858EBA1-3A39-470C-B14B-38DA2F5F0468}" destId="{2EAA6404-5E43-4F41-975C-E41BA2544D32}" srcOrd="5" destOrd="0" parTransId="{98660243-5C53-4A70-99F6-A6147CE2E4B6}" sibTransId="{65D48F92-1DF2-42EE-9122-2F7A2D246B76}"/>
    <dgm:cxn modelId="{0E63648C-E5A6-4FF4-8FAC-A8A83A3EA332}" srcId="{1858EBA1-3A39-470C-B14B-38DA2F5F0468}" destId="{0CC8FB8C-A4A3-4F82-B239-30DA46C25D46}" srcOrd="3" destOrd="0" parTransId="{B143644A-B97E-4628-869F-A81ADF3A347F}" sibTransId="{E2467430-D8FE-42E7-97EB-10B826072D9B}"/>
    <dgm:cxn modelId="{CD375A8F-51B2-44A1-AE28-9C278817A38B}" type="presOf" srcId="{2EAA6404-5E43-4F41-975C-E41BA2544D32}" destId="{88CB9971-DFDF-49D4-A2BB-577E278F857F}" srcOrd="0" destOrd="0" presId="urn:microsoft.com/office/officeart/2018/2/layout/IconVerticalSolidList"/>
    <dgm:cxn modelId="{DF1EEF98-4433-4162-B098-A24A8A4B3B81}" srcId="{1858EBA1-3A39-470C-B14B-38DA2F5F0468}" destId="{C29ADF73-76AC-4E52-AB78-FFA6E7687559}" srcOrd="6" destOrd="0" parTransId="{4106E9BD-A66F-4E58-B2E4-7EAFD9AFFC02}" sibTransId="{74B4C887-8F3A-4FF4-80F9-7E42AEF28680}"/>
    <dgm:cxn modelId="{1F4BCCC5-D14F-4976-8670-ED133A71D248}" type="presOf" srcId="{0CC8FB8C-A4A3-4F82-B239-30DA46C25D46}" destId="{F6FB3C83-94E7-4B0E-9CA9-615A2E668F54}" srcOrd="0" destOrd="0" presId="urn:microsoft.com/office/officeart/2018/2/layout/IconVerticalSolidList"/>
    <dgm:cxn modelId="{5865FDCD-BB11-4A49-AA6F-50F2D3B721BD}" srcId="{1858EBA1-3A39-470C-B14B-38DA2F5F0468}" destId="{6B4E83A2-33F6-47E9-A455-84570F667370}" srcOrd="4" destOrd="0" parTransId="{BB52A5CD-5ACC-4D3E-84DD-DA8A23318378}" sibTransId="{4EDF4AC7-D424-4B08-836D-ADB58D73A761}"/>
    <dgm:cxn modelId="{FA0866EC-243D-435E-9B7C-FE4B6DDFCFAB}" type="presOf" srcId="{1858EBA1-3A39-470C-B14B-38DA2F5F0468}" destId="{6B0B75CD-3E1E-499E-9702-C2BE12FD9083}" srcOrd="0" destOrd="0" presId="urn:microsoft.com/office/officeart/2018/2/layout/IconVerticalSolidList"/>
    <dgm:cxn modelId="{EB648FEC-2E4E-45A0-957B-32525F97AD0D}" type="presOf" srcId="{C29ADF73-76AC-4E52-AB78-FFA6E7687559}" destId="{B5FF7A8A-612E-4BBF-9601-A3AE4E0A6B90}" srcOrd="0" destOrd="0" presId="urn:microsoft.com/office/officeart/2018/2/layout/IconVerticalSolidList"/>
    <dgm:cxn modelId="{F1EECEEC-C768-468B-93C3-08BF2599F902}" type="presOf" srcId="{4C6C3BF7-D1DF-4582-B557-572C23B9BFE0}" destId="{893AB0BC-5124-45BE-BAB8-3BA86A2F7736}" srcOrd="0" destOrd="0" presId="urn:microsoft.com/office/officeart/2018/2/layout/IconVerticalSolidList"/>
    <dgm:cxn modelId="{7519A3D6-D2AC-41C5-ACAF-967CC53FAD2B}" type="presParOf" srcId="{6B0B75CD-3E1E-499E-9702-C2BE12FD9083}" destId="{DB42EE7C-92AB-4A3F-BFCF-656A366A0F1F}" srcOrd="0" destOrd="0" presId="urn:microsoft.com/office/officeart/2018/2/layout/IconVerticalSolidList"/>
    <dgm:cxn modelId="{5E5CEE81-34C3-4C61-BE77-D73C4980D86E}" type="presParOf" srcId="{DB42EE7C-92AB-4A3F-BFCF-656A366A0F1F}" destId="{FFD0B92E-C0D7-4564-A441-CB4F53C008D3}" srcOrd="0" destOrd="0" presId="urn:microsoft.com/office/officeart/2018/2/layout/IconVerticalSolidList"/>
    <dgm:cxn modelId="{B8375DD5-2C5F-489E-A5CC-803D4344D2D5}" type="presParOf" srcId="{DB42EE7C-92AB-4A3F-BFCF-656A366A0F1F}" destId="{8DB77BEF-3D8C-489A-88F1-A73812138F55}" srcOrd="1" destOrd="0" presId="urn:microsoft.com/office/officeart/2018/2/layout/IconVerticalSolidList"/>
    <dgm:cxn modelId="{AF5D9BE6-5773-4C40-A037-DB6A5E9226EA}" type="presParOf" srcId="{DB42EE7C-92AB-4A3F-BFCF-656A366A0F1F}" destId="{C4233EEA-D3C5-4F5B-9958-CCA79C5D0A22}" srcOrd="2" destOrd="0" presId="urn:microsoft.com/office/officeart/2018/2/layout/IconVerticalSolidList"/>
    <dgm:cxn modelId="{FEC1EED6-6AE4-4611-A76A-27246482DDF0}" type="presParOf" srcId="{DB42EE7C-92AB-4A3F-BFCF-656A366A0F1F}" destId="{3558CFB0-B1A3-4423-8FDE-DB3C4ACBD68E}" srcOrd="3" destOrd="0" presId="urn:microsoft.com/office/officeart/2018/2/layout/IconVerticalSolidList"/>
    <dgm:cxn modelId="{D1C09811-DD9A-4D5B-8A7A-F848213AE140}" type="presParOf" srcId="{6B0B75CD-3E1E-499E-9702-C2BE12FD9083}" destId="{588A4121-1A1F-4652-A708-2A67704177D4}" srcOrd="1" destOrd="0" presId="urn:microsoft.com/office/officeart/2018/2/layout/IconVerticalSolidList"/>
    <dgm:cxn modelId="{0FAAA2C1-D4B4-4018-8176-9F104BD20380}" type="presParOf" srcId="{6B0B75CD-3E1E-499E-9702-C2BE12FD9083}" destId="{F544CAF4-8861-4C47-8806-A730CE4A25B9}" srcOrd="2" destOrd="0" presId="urn:microsoft.com/office/officeart/2018/2/layout/IconVerticalSolidList"/>
    <dgm:cxn modelId="{D4CD0A1B-413B-49AF-9C06-E69DB6F7BA5C}" type="presParOf" srcId="{F544CAF4-8861-4C47-8806-A730CE4A25B9}" destId="{2D27B679-AB00-469E-8E84-DDA06E3EA739}" srcOrd="0" destOrd="0" presId="urn:microsoft.com/office/officeart/2018/2/layout/IconVerticalSolidList"/>
    <dgm:cxn modelId="{582E72B4-0E22-410B-A711-2737FD8DA7DB}" type="presParOf" srcId="{F544CAF4-8861-4C47-8806-A730CE4A25B9}" destId="{468DCAC0-95F1-4FA9-81BF-35148A7AC4FD}" srcOrd="1" destOrd="0" presId="urn:microsoft.com/office/officeart/2018/2/layout/IconVerticalSolidList"/>
    <dgm:cxn modelId="{88590555-E6F3-4680-8AFB-FA23CFB7CB3D}" type="presParOf" srcId="{F544CAF4-8861-4C47-8806-A730CE4A25B9}" destId="{3F48F191-AB14-4679-A816-3AAB85671686}" srcOrd="2" destOrd="0" presId="urn:microsoft.com/office/officeart/2018/2/layout/IconVerticalSolidList"/>
    <dgm:cxn modelId="{D9B907DB-8130-4E63-B2BB-776C1390D1A2}" type="presParOf" srcId="{F544CAF4-8861-4C47-8806-A730CE4A25B9}" destId="{0D80E915-6D5F-4FFC-84B5-8CF8D422CCB4}" srcOrd="3" destOrd="0" presId="urn:microsoft.com/office/officeart/2018/2/layout/IconVerticalSolidList"/>
    <dgm:cxn modelId="{94E5A0ED-E911-4833-B729-A657A4E5E9CD}" type="presParOf" srcId="{6B0B75CD-3E1E-499E-9702-C2BE12FD9083}" destId="{80A123B6-CE27-40EC-BE3E-B099C32B7329}" srcOrd="3" destOrd="0" presId="urn:microsoft.com/office/officeart/2018/2/layout/IconVerticalSolidList"/>
    <dgm:cxn modelId="{ACAEBD72-3C97-49C0-8114-C006E26B8976}" type="presParOf" srcId="{6B0B75CD-3E1E-499E-9702-C2BE12FD9083}" destId="{7432E32A-13B5-4EA8-A423-72AD1071A1BE}" srcOrd="4" destOrd="0" presId="urn:microsoft.com/office/officeart/2018/2/layout/IconVerticalSolidList"/>
    <dgm:cxn modelId="{A01B7195-50EC-445F-9F9A-238E3B1BC1EC}" type="presParOf" srcId="{7432E32A-13B5-4EA8-A423-72AD1071A1BE}" destId="{01AEE7D4-F79C-4278-BFB8-43531C16070B}" srcOrd="0" destOrd="0" presId="urn:microsoft.com/office/officeart/2018/2/layout/IconVerticalSolidList"/>
    <dgm:cxn modelId="{5434E7B7-6A38-4BD6-88A4-72A1828DAF7D}" type="presParOf" srcId="{7432E32A-13B5-4EA8-A423-72AD1071A1BE}" destId="{BF42A156-0629-4F5B-A744-74DD139CE219}" srcOrd="1" destOrd="0" presId="urn:microsoft.com/office/officeart/2018/2/layout/IconVerticalSolidList"/>
    <dgm:cxn modelId="{6E3168E1-DBF0-484D-937F-7250C778E9DD}" type="presParOf" srcId="{7432E32A-13B5-4EA8-A423-72AD1071A1BE}" destId="{E5859C40-3BBF-4170-ACFA-895DE7307398}" srcOrd="2" destOrd="0" presId="urn:microsoft.com/office/officeart/2018/2/layout/IconVerticalSolidList"/>
    <dgm:cxn modelId="{D08B23EF-27DB-47DB-9699-96FD9E17E2A8}" type="presParOf" srcId="{7432E32A-13B5-4EA8-A423-72AD1071A1BE}" destId="{893AB0BC-5124-45BE-BAB8-3BA86A2F7736}" srcOrd="3" destOrd="0" presId="urn:microsoft.com/office/officeart/2018/2/layout/IconVerticalSolidList"/>
    <dgm:cxn modelId="{7EEBCE37-0B81-47AE-A9E7-A38D201F2924}" type="presParOf" srcId="{6B0B75CD-3E1E-499E-9702-C2BE12FD9083}" destId="{36B21173-DA13-4C46-B298-11D1E81E5013}" srcOrd="5" destOrd="0" presId="urn:microsoft.com/office/officeart/2018/2/layout/IconVerticalSolidList"/>
    <dgm:cxn modelId="{43C2F440-6F5F-4D26-A91F-35EC5AD3EE7A}" type="presParOf" srcId="{6B0B75CD-3E1E-499E-9702-C2BE12FD9083}" destId="{980B83CE-8AA3-41AD-983C-17BB56FEE9E6}" srcOrd="6" destOrd="0" presId="urn:microsoft.com/office/officeart/2018/2/layout/IconVerticalSolidList"/>
    <dgm:cxn modelId="{045B6F36-DE94-413A-B68F-04F95F87CB43}" type="presParOf" srcId="{980B83CE-8AA3-41AD-983C-17BB56FEE9E6}" destId="{BF78795A-37F0-4459-9D7F-577BD50C144E}" srcOrd="0" destOrd="0" presId="urn:microsoft.com/office/officeart/2018/2/layout/IconVerticalSolidList"/>
    <dgm:cxn modelId="{E1114CE5-0DD8-4A92-9C0A-A88C720E0B0B}" type="presParOf" srcId="{980B83CE-8AA3-41AD-983C-17BB56FEE9E6}" destId="{C3BCD6DC-06AA-4F7C-91CC-DD866C4492BB}" srcOrd="1" destOrd="0" presId="urn:microsoft.com/office/officeart/2018/2/layout/IconVerticalSolidList"/>
    <dgm:cxn modelId="{6E159101-85F8-4FE5-9569-ADCB4AB470A3}" type="presParOf" srcId="{980B83CE-8AA3-41AD-983C-17BB56FEE9E6}" destId="{BF7CDC6F-76E7-4370-9AC2-72F9D3BB3F67}" srcOrd="2" destOrd="0" presId="urn:microsoft.com/office/officeart/2018/2/layout/IconVerticalSolidList"/>
    <dgm:cxn modelId="{A0224FCE-39B9-42F2-AA64-112D305F69A6}" type="presParOf" srcId="{980B83CE-8AA3-41AD-983C-17BB56FEE9E6}" destId="{F6FB3C83-94E7-4B0E-9CA9-615A2E668F54}" srcOrd="3" destOrd="0" presId="urn:microsoft.com/office/officeart/2018/2/layout/IconVerticalSolidList"/>
    <dgm:cxn modelId="{F9E8121D-FC94-4F89-A4BF-95D64C3648B4}" type="presParOf" srcId="{6B0B75CD-3E1E-499E-9702-C2BE12FD9083}" destId="{70E40D3C-562B-4207-BA47-9DD9700CBA24}" srcOrd="7" destOrd="0" presId="urn:microsoft.com/office/officeart/2018/2/layout/IconVerticalSolidList"/>
    <dgm:cxn modelId="{6902E90F-1B36-4EFF-A4AD-F7D5FEBB7A8B}" type="presParOf" srcId="{6B0B75CD-3E1E-499E-9702-C2BE12FD9083}" destId="{43382929-9E5F-4368-A967-5035E0D7DE65}" srcOrd="8" destOrd="0" presId="urn:microsoft.com/office/officeart/2018/2/layout/IconVerticalSolidList"/>
    <dgm:cxn modelId="{73C01A08-9145-4D70-B7C4-D59A86889808}" type="presParOf" srcId="{43382929-9E5F-4368-A967-5035E0D7DE65}" destId="{D60BDFF3-4EAE-462D-8420-A12D3172F066}" srcOrd="0" destOrd="0" presId="urn:microsoft.com/office/officeart/2018/2/layout/IconVerticalSolidList"/>
    <dgm:cxn modelId="{9A25E69F-1FEA-4E7D-9381-36757686DF1E}" type="presParOf" srcId="{43382929-9E5F-4368-A967-5035E0D7DE65}" destId="{0C724865-3159-45E3-9A47-42717660D7B0}" srcOrd="1" destOrd="0" presId="urn:microsoft.com/office/officeart/2018/2/layout/IconVerticalSolidList"/>
    <dgm:cxn modelId="{2B392D16-0738-49FF-935E-315B0165A65D}" type="presParOf" srcId="{43382929-9E5F-4368-A967-5035E0D7DE65}" destId="{95E8D3D6-C4F0-4ABA-A5E7-9962CD8BE522}" srcOrd="2" destOrd="0" presId="urn:microsoft.com/office/officeart/2018/2/layout/IconVerticalSolidList"/>
    <dgm:cxn modelId="{0347EB0B-99BA-4511-94AB-F5387D8F408E}" type="presParOf" srcId="{43382929-9E5F-4368-A967-5035E0D7DE65}" destId="{5376AA5C-232A-441D-BB5F-6848F401DA0E}" srcOrd="3" destOrd="0" presId="urn:microsoft.com/office/officeart/2018/2/layout/IconVerticalSolidList"/>
    <dgm:cxn modelId="{CADB1D84-C9A9-4C98-80FE-C738B841C1E8}" type="presParOf" srcId="{6B0B75CD-3E1E-499E-9702-C2BE12FD9083}" destId="{E2CEE7F9-4837-41B3-970F-369572B7E5A0}" srcOrd="9" destOrd="0" presId="urn:microsoft.com/office/officeart/2018/2/layout/IconVerticalSolidList"/>
    <dgm:cxn modelId="{8EC21349-1414-456B-A3D5-CDE2E161D547}" type="presParOf" srcId="{6B0B75CD-3E1E-499E-9702-C2BE12FD9083}" destId="{5700B153-EB24-4694-A26C-5E594B89B747}" srcOrd="10" destOrd="0" presId="urn:microsoft.com/office/officeart/2018/2/layout/IconVerticalSolidList"/>
    <dgm:cxn modelId="{13DFB111-3B34-4474-B4FD-AB87F53B35E6}" type="presParOf" srcId="{5700B153-EB24-4694-A26C-5E594B89B747}" destId="{46B29FEE-E77A-4F39-A126-AFA15065D5AC}" srcOrd="0" destOrd="0" presId="urn:microsoft.com/office/officeart/2018/2/layout/IconVerticalSolidList"/>
    <dgm:cxn modelId="{40681B54-E464-4D3C-A983-E349536A5339}" type="presParOf" srcId="{5700B153-EB24-4694-A26C-5E594B89B747}" destId="{0BD62869-0A2C-484C-92D8-B474120A561B}" srcOrd="1" destOrd="0" presId="urn:microsoft.com/office/officeart/2018/2/layout/IconVerticalSolidList"/>
    <dgm:cxn modelId="{05B0DEFC-BDA0-4E81-9F90-46B7277F010F}" type="presParOf" srcId="{5700B153-EB24-4694-A26C-5E594B89B747}" destId="{0200A287-4ECF-4BE0-97AD-48D12F524B9B}" srcOrd="2" destOrd="0" presId="urn:microsoft.com/office/officeart/2018/2/layout/IconVerticalSolidList"/>
    <dgm:cxn modelId="{BBA4FDE7-12D8-4F49-BEE0-B4C9241F5B29}" type="presParOf" srcId="{5700B153-EB24-4694-A26C-5E594B89B747}" destId="{88CB9971-DFDF-49D4-A2BB-577E278F857F}" srcOrd="3" destOrd="0" presId="urn:microsoft.com/office/officeart/2018/2/layout/IconVerticalSolidList"/>
    <dgm:cxn modelId="{318F9279-DC00-4702-B1B7-7D7E981799C6}" type="presParOf" srcId="{6B0B75CD-3E1E-499E-9702-C2BE12FD9083}" destId="{02EE7F8C-3AAF-4B8E-A6EF-6ED291233FA7}" srcOrd="11" destOrd="0" presId="urn:microsoft.com/office/officeart/2018/2/layout/IconVerticalSolidList"/>
    <dgm:cxn modelId="{8864BFAC-287F-4FF2-ADC2-C5A21E250513}" type="presParOf" srcId="{6B0B75CD-3E1E-499E-9702-C2BE12FD9083}" destId="{C5DBC6D1-B973-405D-B5FA-FF5FE02F7A7A}" srcOrd="12" destOrd="0" presId="urn:microsoft.com/office/officeart/2018/2/layout/IconVerticalSolidList"/>
    <dgm:cxn modelId="{97CBB7D3-92CA-409D-9B7F-0A296421D8DA}" type="presParOf" srcId="{C5DBC6D1-B973-405D-B5FA-FF5FE02F7A7A}" destId="{1D398994-9E9C-4DBE-BB49-1B3815FBBDD4}" srcOrd="0" destOrd="0" presId="urn:microsoft.com/office/officeart/2018/2/layout/IconVerticalSolidList"/>
    <dgm:cxn modelId="{6EFF0064-66B6-44AA-B1F7-568FFBD98D1F}" type="presParOf" srcId="{C5DBC6D1-B973-405D-B5FA-FF5FE02F7A7A}" destId="{26AB1F35-35D3-4D1A-8879-0F1636CEE37E}" srcOrd="1" destOrd="0" presId="urn:microsoft.com/office/officeart/2018/2/layout/IconVerticalSolidList"/>
    <dgm:cxn modelId="{38089EC3-8C95-4EA8-BB90-4B6B2D67DCE5}" type="presParOf" srcId="{C5DBC6D1-B973-405D-B5FA-FF5FE02F7A7A}" destId="{A951C70A-1276-409E-99DF-441C94161A23}" srcOrd="2" destOrd="0" presId="urn:microsoft.com/office/officeart/2018/2/layout/IconVerticalSolidList"/>
    <dgm:cxn modelId="{44E25254-B91A-4E8B-960A-548E552D9421}" type="presParOf" srcId="{C5DBC6D1-B973-405D-B5FA-FF5FE02F7A7A}" destId="{B5FF7A8A-612E-4BBF-9601-A3AE4E0A6B9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07AEF0-6125-4343-82F3-5E9165A56E0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44B1B4E-E1F2-48EF-BD5F-17DC219E46BC}">
      <dgm:prSet/>
      <dgm:spPr/>
      <dgm:t>
        <a:bodyPr/>
        <a:lstStyle/>
        <a:p>
          <a:r>
            <a:rPr lang="en-US" dirty="0"/>
            <a:t>Encapsulation: Data and methods for meals and user profiles are encapsulated in classes like Meal, </a:t>
          </a:r>
          <a:r>
            <a:rPr lang="en-US" dirty="0" err="1"/>
            <a:t>UserProfile</a:t>
          </a:r>
          <a:r>
            <a:rPr lang="en-US" dirty="0"/>
            <a:t>, and </a:t>
          </a:r>
          <a:r>
            <a:rPr lang="en-US" dirty="0" err="1"/>
            <a:t>CalorieTracker</a:t>
          </a:r>
          <a:r>
            <a:rPr lang="en-US" dirty="0"/>
            <a:t>. </a:t>
          </a:r>
        </a:p>
      </dgm:t>
    </dgm:pt>
    <dgm:pt modelId="{72098D25-4713-466D-BA18-0C9D53E05D6B}" type="parTrans" cxnId="{02F1552D-B9D9-4FFC-9CD8-537586E74290}">
      <dgm:prSet/>
      <dgm:spPr/>
      <dgm:t>
        <a:bodyPr/>
        <a:lstStyle/>
        <a:p>
          <a:endParaRPr lang="en-US"/>
        </a:p>
      </dgm:t>
    </dgm:pt>
    <dgm:pt modelId="{420C3006-2381-4198-B3FB-5E9C36B7593A}" type="sibTrans" cxnId="{02F1552D-B9D9-4FFC-9CD8-537586E74290}">
      <dgm:prSet/>
      <dgm:spPr/>
      <dgm:t>
        <a:bodyPr/>
        <a:lstStyle/>
        <a:p>
          <a:endParaRPr lang="en-US"/>
        </a:p>
      </dgm:t>
    </dgm:pt>
    <dgm:pt modelId="{B0A39A71-B2A2-4008-AE65-B2EBABB60C42}">
      <dgm:prSet/>
      <dgm:spPr/>
      <dgm:t>
        <a:bodyPr/>
        <a:lstStyle/>
        <a:p>
          <a:r>
            <a:rPr lang="en-US"/>
            <a:t>Inheritance: Specialized meal types (Breakfast, Lunch, Dinner, Snacks) inherit from a base class Meal. </a:t>
          </a:r>
        </a:p>
      </dgm:t>
    </dgm:pt>
    <dgm:pt modelId="{92B916D1-CB8C-4868-B3AE-51915909BAAA}" type="parTrans" cxnId="{D6DE77B5-9E7B-4FEA-95CF-703FEE6047DB}">
      <dgm:prSet/>
      <dgm:spPr/>
      <dgm:t>
        <a:bodyPr/>
        <a:lstStyle/>
        <a:p>
          <a:endParaRPr lang="en-US"/>
        </a:p>
      </dgm:t>
    </dgm:pt>
    <dgm:pt modelId="{4328916B-109E-4A51-9C64-5F91D7F64FC4}" type="sibTrans" cxnId="{D6DE77B5-9E7B-4FEA-95CF-703FEE6047DB}">
      <dgm:prSet/>
      <dgm:spPr/>
      <dgm:t>
        <a:bodyPr/>
        <a:lstStyle/>
        <a:p>
          <a:endParaRPr lang="en-US"/>
        </a:p>
      </dgm:t>
    </dgm:pt>
    <dgm:pt modelId="{8F30FD53-F8AB-4BD2-A978-3406FE058276}">
      <dgm:prSet/>
      <dgm:spPr/>
      <dgm:t>
        <a:bodyPr/>
        <a:lstStyle/>
        <a:p>
          <a:r>
            <a:rPr lang="en-US"/>
            <a:t>Polymorphism: Abstract methods (e.g., displayMeal) allow meal objects to display details specific to their type. </a:t>
          </a:r>
        </a:p>
      </dgm:t>
    </dgm:pt>
    <dgm:pt modelId="{D4184CF8-E916-4753-999E-C1F6540D27C0}" type="parTrans" cxnId="{88356791-415A-4974-8BBA-0476BB8F3B89}">
      <dgm:prSet/>
      <dgm:spPr/>
      <dgm:t>
        <a:bodyPr/>
        <a:lstStyle/>
        <a:p>
          <a:endParaRPr lang="en-US"/>
        </a:p>
      </dgm:t>
    </dgm:pt>
    <dgm:pt modelId="{E69F5768-1119-4382-B074-71BD9E42BC5C}" type="sibTrans" cxnId="{88356791-415A-4974-8BBA-0476BB8F3B89}">
      <dgm:prSet/>
      <dgm:spPr/>
      <dgm:t>
        <a:bodyPr/>
        <a:lstStyle/>
        <a:p>
          <a:endParaRPr lang="en-US"/>
        </a:p>
      </dgm:t>
    </dgm:pt>
    <dgm:pt modelId="{1C691AD1-E96B-4CF3-B236-CE340C18077A}">
      <dgm:prSet/>
      <dgm:spPr/>
      <dgm:t>
        <a:bodyPr/>
        <a:lstStyle/>
        <a:p>
          <a:r>
            <a:rPr lang="en-US"/>
            <a:t>Dynamic Memory Management: Uses dynamic memory allocation (new and delete) for managing meal objects at runtime.</a:t>
          </a:r>
        </a:p>
      </dgm:t>
    </dgm:pt>
    <dgm:pt modelId="{818E759C-154D-4995-83E4-AB8714B4D85A}" type="parTrans" cxnId="{CF5B2B0D-062C-4250-93A7-7B036A2B3353}">
      <dgm:prSet/>
      <dgm:spPr/>
      <dgm:t>
        <a:bodyPr/>
        <a:lstStyle/>
        <a:p>
          <a:endParaRPr lang="en-US"/>
        </a:p>
      </dgm:t>
    </dgm:pt>
    <dgm:pt modelId="{3B3BB7A0-6746-4BE4-8286-A333938A7DD8}" type="sibTrans" cxnId="{CF5B2B0D-062C-4250-93A7-7B036A2B3353}">
      <dgm:prSet/>
      <dgm:spPr/>
      <dgm:t>
        <a:bodyPr/>
        <a:lstStyle/>
        <a:p>
          <a:endParaRPr lang="en-US"/>
        </a:p>
      </dgm:t>
    </dgm:pt>
    <dgm:pt modelId="{8CA9F2F5-C85D-415D-8B66-A1DD42E53DCF}" type="pres">
      <dgm:prSet presAssocID="{B007AEF0-6125-4343-82F3-5E9165A56E0D}" presName="vert0" presStyleCnt="0">
        <dgm:presLayoutVars>
          <dgm:dir/>
          <dgm:animOne val="branch"/>
          <dgm:animLvl val="lvl"/>
        </dgm:presLayoutVars>
      </dgm:prSet>
      <dgm:spPr/>
    </dgm:pt>
    <dgm:pt modelId="{6C382C69-B075-440D-889C-0C2639B6C8F7}" type="pres">
      <dgm:prSet presAssocID="{F44B1B4E-E1F2-48EF-BD5F-17DC219E46BC}" presName="thickLine" presStyleLbl="alignNode1" presStyleIdx="0" presStyleCnt="4"/>
      <dgm:spPr/>
    </dgm:pt>
    <dgm:pt modelId="{9E4BDAB3-6AB8-433C-92DF-2A6E6F0A7055}" type="pres">
      <dgm:prSet presAssocID="{F44B1B4E-E1F2-48EF-BD5F-17DC219E46BC}" presName="horz1" presStyleCnt="0"/>
      <dgm:spPr/>
    </dgm:pt>
    <dgm:pt modelId="{E63E6BAF-A197-43EC-B24A-F730ABEC8D4A}" type="pres">
      <dgm:prSet presAssocID="{F44B1B4E-E1F2-48EF-BD5F-17DC219E46BC}" presName="tx1" presStyleLbl="revTx" presStyleIdx="0" presStyleCnt="4"/>
      <dgm:spPr/>
    </dgm:pt>
    <dgm:pt modelId="{8B402DF4-87F4-4F6A-8A0E-DCA2FD1E1981}" type="pres">
      <dgm:prSet presAssocID="{F44B1B4E-E1F2-48EF-BD5F-17DC219E46BC}" presName="vert1" presStyleCnt="0"/>
      <dgm:spPr/>
    </dgm:pt>
    <dgm:pt modelId="{6EA76E09-E683-4256-B4A2-227F98138831}" type="pres">
      <dgm:prSet presAssocID="{B0A39A71-B2A2-4008-AE65-B2EBABB60C42}" presName="thickLine" presStyleLbl="alignNode1" presStyleIdx="1" presStyleCnt="4"/>
      <dgm:spPr/>
    </dgm:pt>
    <dgm:pt modelId="{C6852DF4-C667-4190-A8B3-4C2998347159}" type="pres">
      <dgm:prSet presAssocID="{B0A39A71-B2A2-4008-AE65-B2EBABB60C42}" presName="horz1" presStyleCnt="0"/>
      <dgm:spPr/>
    </dgm:pt>
    <dgm:pt modelId="{0C9B4B43-30DB-4F62-A4A5-04CBE92FE29A}" type="pres">
      <dgm:prSet presAssocID="{B0A39A71-B2A2-4008-AE65-B2EBABB60C42}" presName="tx1" presStyleLbl="revTx" presStyleIdx="1" presStyleCnt="4"/>
      <dgm:spPr/>
    </dgm:pt>
    <dgm:pt modelId="{90F554A9-4CDC-4F85-9BE4-7A73DDD32DFF}" type="pres">
      <dgm:prSet presAssocID="{B0A39A71-B2A2-4008-AE65-B2EBABB60C42}" presName="vert1" presStyleCnt="0"/>
      <dgm:spPr/>
    </dgm:pt>
    <dgm:pt modelId="{7184A201-0E0E-4DCF-B176-0C7F54E23D26}" type="pres">
      <dgm:prSet presAssocID="{8F30FD53-F8AB-4BD2-A978-3406FE058276}" presName="thickLine" presStyleLbl="alignNode1" presStyleIdx="2" presStyleCnt="4"/>
      <dgm:spPr/>
    </dgm:pt>
    <dgm:pt modelId="{416E289F-AD83-4812-A75F-C756514FAC15}" type="pres">
      <dgm:prSet presAssocID="{8F30FD53-F8AB-4BD2-A978-3406FE058276}" presName="horz1" presStyleCnt="0"/>
      <dgm:spPr/>
    </dgm:pt>
    <dgm:pt modelId="{23570A66-5B32-44A7-B259-DBA7AA85D9AC}" type="pres">
      <dgm:prSet presAssocID="{8F30FD53-F8AB-4BD2-A978-3406FE058276}" presName="tx1" presStyleLbl="revTx" presStyleIdx="2" presStyleCnt="4"/>
      <dgm:spPr/>
    </dgm:pt>
    <dgm:pt modelId="{9D864EB0-0728-4F5F-A590-D6A6CB1D3F5B}" type="pres">
      <dgm:prSet presAssocID="{8F30FD53-F8AB-4BD2-A978-3406FE058276}" presName="vert1" presStyleCnt="0"/>
      <dgm:spPr/>
    </dgm:pt>
    <dgm:pt modelId="{59259FF0-C544-4440-9367-588333D4A7FF}" type="pres">
      <dgm:prSet presAssocID="{1C691AD1-E96B-4CF3-B236-CE340C18077A}" presName="thickLine" presStyleLbl="alignNode1" presStyleIdx="3" presStyleCnt="4"/>
      <dgm:spPr/>
    </dgm:pt>
    <dgm:pt modelId="{CE206809-C302-41F8-B1AE-6D9164C4E77D}" type="pres">
      <dgm:prSet presAssocID="{1C691AD1-E96B-4CF3-B236-CE340C18077A}" presName="horz1" presStyleCnt="0"/>
      <dgm:spPr/>
    </dgm:pt>
    <dgm:pt modelId="{4250E687-262B-41F9-A1DE-F7023641CB72}" type="pres">
      <dgm:prSet presAssocID="{1C691AD1-E96B-4CF3-B236-CE340C18077A}" presName="tx1" presStyleLbl="revTx" presStyleIdx="3" presStyleCnt="4"/>
      <dgm:spPr/>
    </dgm:pt>
    <dgm:pt modelId="{B9D29C8B-6950-4386-82DC-4375FFA2F122}" type="pres">
      <dgm:prSet presAssocID="{1C691AD1-E96B-4CF3-B236-CE340C18077A}" presName="vert1" presStyleCnt="0"/>
      <dgm:spPr/>
    </dgm:pt>
  </dgm:ptLst>
  <dgm:cxnLst>
    <dgm:cxn modelId="{CF5B2B0D-062C-4250-93A7-7B036A2B3353}" srcId="{B007AEF0-6125-4343-82F3-5E9165A56E0D}" destId="{1C691AD1-E96B-4CF3-B236-CE340C18077A}" srcOrd="3" destOrd="0" parTransId="{818E759C-154D-4995-83E4-AB8714B4D85A}" sibTransId="{3B3BB7A0-6746-4BE4-8286-A333938A7DD8}"/>
    <dgm:cxn modelId="{02F1552D-B9D9-4FFC-9CD8-537586E74290}" srcId="{B007AEF0-6125-4343-82F3-5E9165A56E0D}" destId="{F44B1B4E-E1F2-48EF-BD5F-17DC219E46BC}" srcOrd="0" destOrd="0" parTransId="{72098D25-4713-466D-BA18-0C9D53E05D6B}" sibTransId="{420C3006-2381-4198-B3FB-5E9C36B7593A}"/>
    <dgm:cxn modelId="{84E6D13A-F7A4-4582-AEBF-61E028FF4CE9}" type="presOf" srcId="{B007AEF0-6125-4343-82F3-5E9165A56E0D}" destId="{8CA9F2F5-C85D-415D-8B66-A1DD42E53DCF}" srcOrd="0" destOrd="0" presId="urn:microsoft.com/office/officeart/2008/layout/LinedList"/>
    <dgm:cxn modelId="{3FD4E83B-47EC-41D1-BD02-9692B5242FDC}" type="presOf" srcId="{1C691AD1-E96B-4CF3-B236-CE340C18077A}" destId="{4250E687-262B-41F9-A1DE-F7023641CB72}" srcOrd="0" destOrd="0" presId="urn:microsoft.com/office/officeart/2008/layout/LinedList"/>
    <dgm:cxn modelId="{63A99772-A508-4586-BB20-0B09A6DBDAFD}" type="presOf" srcId="{B0A39A71-B2A2-4008-AE65-B2EBABB60C42}" destId="{0C9B4B43-30DB-4F62-A4A5-04CBE92FE29A}" srcOrd="0" destOrd="0" presId="urn:microsoft.com/office/officeart/2008/layout/LinedList"/>
    <dgm:cxn modelId="{99371A8B-26F1-4317-B555-4BB6549DC2EA}" type="presOf" srcId="{8F30FD53-F8AB-4BD2-A978-3406FE058276}" destId="{23570A66-5B32-44A7-B259-DBA7AA85D9AC}" srcOrd="0" destOrd="0" presId="urn:microsoft.com/office/officeart/2008/layout/LinedList"/>
    <dgm:cxn modelId="{3413CF8D-1F2C-41E1-9BC0-66695F8518BF}" type="presOf" srcId="{F44B1B4E-E1F2-48EF-BD5F-17DC219E46BC}" destId="{E63E6BAF-A197-43EC-B24A-F730ABEC8D4A}" srcOrd="0" destOrd="0" presId="urn:microsoft.com/office/officeart/2008/layout/LinedList"/>
    <dgm:cxn modelId="{88356791-415A-4974-8BBA-0476BB8F3B89}" srcId="{B007AEF0-6125-4343-82F3-5E9165A56E0D}" destId="{8F30FD53-F8AB-4BD2-A978-3406FE058276}" srcOrd="2" destOrd="0" parTransId="{D4184CF8-E916-4753-999E-C1F6540D27C0}" sibTransId="{E69F5768-1119-4382-B074-71BD9E42BC5C}"/>
    <dgm:cxn modelId="{D6DE77B5-9E7B-4FEA-95CF-703FEE6047DB}" srcId="{B007AEF0-6125-4343-82F3-5E9165A56E0D}" destId="{B0A39A71-B2A2-4008-AE65-B2EBABB60C42}" srcOrd="1" destOrd="0" parTransId="{92B916D1-CB8C-4868-B3AE-51915909BAAA}" sibTransId="{4328916B-109E-4A51-9C64-5F91D7F64FC4}"/>
    <dgm:cxn modelId="{2E451911-7E70-49DD-ACD2-42DFDA595FF8}" type="presParOf" srcId="{8CA9F2F5-C85D-415D-8B66-A1DD42E53DCF}" destId="{6C382C69-B075-440D-889C-0C2639B6C8F7}" srcOrd="0" destOrd="0" presId="urn:microsoft.com/office/officeart/2008/layout/LinedList"/>
    <dgm:cxn modelId="{FB95FFD6-37D1-4B93-BE3D-F8B942CFA254}" type="presParOf" srcId="{8CA9F2F5-C85D-415D-8B66-A1DD42E53DCF}" destId="{9E4BDAB3-6AB8-433C-92DF-2A6E6F0A7055}" srcOrd="1" destOrd="0" presId="urn:microsoft.com/office/officeart/2008/layout/LinedList"/>
    <dgm:cxn modelId="{FB838822-6A56-4341-9729-616B223E341E}" type="presParOf" srcId="{9E4BDAB3-6AB8-433C-92DF-2A6E6F0A7055}" destId="{E63E6BAF-A197-43EC-B24A-F730ABEC8D4A}" srcOrd="0" destOrd="0" presId="urn:microsoft.com/office/officeart/2008/layout/LinedList"/>
    <dgm:cxn modelId="{3840E6A6-1508-4FA2-ACC1-0F8974BE7B53}" type="presParOf" srcId="{9E4BDAB3-6AB8-433C-92DF-2A6E6F0A7055}" destId="{8B402DF4-87F4-4F6A-8A0E-DCA2FD1E1981}" srcOrd="1" destOrd="0" presId="urn:microsoft.com/office/officeart/2008/layout/LinedList"/>
    <dgm:cxn modelId="{F3918747-035F-4AA0-96AB-77A597C659B1}" type="presParOf" srcId="{8CA9F2F5-C85D-415D-8B66-A1DD42E53DCF}" destId="{6EA76E09-E683-4256-B4A2-227F98138831}" srcOrd="2" destOrd="0" presId="urn:microsoft.com/office/officeart/2008/layout/LinedList"/>
    <dgm:cxn modelId="{2A795AF9-05D5-4C3C-A280-335315F05460}" type="presParOf" srcId="{8CA9F2F5-C85D-415D-8B66-A1DD42E53DCF}" destId="{C6852DF4-C667-4190-A8B3-4C2998347159}" srcOrd="3" destOrd="0" presId="urn:microsoft.com/office/officeart/2008/layout/LinedList"/>
    <dgm:cxn modelId="{AD510921-61EA-44C9-934E-96A31678EF9E}" type="presParOf" srcId="{C6852DF4-C667-4190-A8B3-4C2998347159}" destId="{0C9B4B43-30DB-4F62-A4A5-04CBE92FE29A}" srcOrd="0" destOrd="0" presId="urn:microsoft.com/office/officeart/2008/layout/LinedList"/>
    <dgm:cxn modelId="{59200D4F-7150-4909-88C9-4B3D71451550}" type="presParOf" srcId="{C6852DF4-C667-4190-A8B3-4C2998347159}" destId="{90F554A9-4CDC-4F85-9BE4-7A73DDD32DFF}" srcOrd="1" destOrd="0" presId="urn:microsoft.com/office/officeart/2008/layout/LinedList"/>
    <dgm:cxn modelId="{702E35DE-3F07-4E10-B3C4-773EF2392AC6}" type="presParOf" srcId="{8CA9F2F5-C85D-415D-8B66-A1DD42E53DCF}" destId="{7184A201-0E0E-4DCF-B176-0C7F54E23D26}" srcOrd="4" destOrd="0" presId="urn:microsoft.com/office/officeart/2008/layout/LinedList"/>
    <dgm:cxn modelId="{87490389-0534-465E-A549-21567888DBDC}" type="presParOf" srcId="{8CA9F2F5-C85D-415D-8B66-A1DD42E53DCF}" destId="{416E289F-AD83-4812-A75F-C756514FAC15}" srcOrd="5" destOrd="0" presId="urn:microsoft.com/office/officeart/2008/layout/LinedList"/>
    <dgm:cxn modelId="{16ACD8F7-A4E4-4FC6-9474-066DD70C7C35}" type="presParOf" srcId="{416E289F-AD83-4812-A75F-C756514FAC15}" destId="{23570A66-5B32-44A7-B259-DBA7AA85D9AC}" srcOrd="0" destOrd="0" presId="urn:microsoft.com/office/officeart/2008/layout/LinedList"/>
    <dgm:cxn modelId="{B20F149E-C6DA-4D83-AAB8-D6E92A7B91F5}" type="presParOf" srcId="{416E289F-AD83-4812-A75F-C756514FAC15}" destId="{9D864EB0-0728-4F5F-A590-D6A6CB1D3F5B}" srcOrd="1" destOrd="0" presId="urn:microsoft.com/office/officeart/2008/layout/LinedList"/>
    <dgm:cxn modelId="{A547A3DB-F41D-4CA8-9D08-89741CBB48CF}" type="presParOf" srcId="{8CA9F2F5-C85D-415D-8B66-A1DD42E53DCF}" destId="{59259FF0-C544-4440-9367-588333D4A7FF}" srcOrd="6" destOrd="0" presId="urn:microsoft.com/office/officeart/2008/layout/LinedList"/>
    <dgm:cxn modelId="{10DDE987-63E9-4973-B3AA-2C50893350AC}" type="presParOf" srcId="{8CA9F2F5-C85D-415D-8B66-A1DD42E53DCF}" destId="{CE206809-C302-41F8-B1AE-6D9164C4E77D}" srcOrd="7" destOrd="0" presId="urn:microsoft.com/office/officeart/2008/layout/LinedList"/>
    <dgm:cxn modelId="{4FA6ADC3-D91F-42C8-AE0B-B8ED4C76A6D0}" type="presParOf" srcId="{CE206809-C302-41F8-B1AE-6D9164C4E77D}" destId="{4250E687-262B-41F9-A1DE-F7023641CB72}" srcOrd="0" destOrd="0" presId="urn:microsoft.com/office/officeart/2008/layout/LinedList"/>
    <dgm:cxn modelId="{EFB0B780-0DCE-4848-BF50-1857BCBD206B}" type="presParOf" srcId="{CE206809-C302-41F8-B1AE-6D9164C4E77D}" destId="{B9D29C8B-6950-4386-82DC-4375FFA2F12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7738C19-AF3D-4753-BC85-FF0E702C4BF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8900E21-9B72-4008-BCE6-5A7A2508A3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1. Set Goals: Calculates daily calorie and protein targets based on user profile.</a:t>
          </a:r>
        </a:p>
      </dgm:t>
    </dgm:pt>
    <dgm:pt modelId="{EE061F81-8092-45F6-9D42-8BC11936083F}" type="parTrans" cxnId="{6EDC1EAF-B306-4CC5-9DC5-053DFC11B74C}">
      <dgm:prSet/>
      <dgm:spPr/>
      <dgm:t>
        <a:bodyPr/>
        <a:lstStyle/>
        <a:p>
          <a:endParaRPr lang="en-US"/>
        </a:p>
      </dgm:t>
    </dgm:pt>
    <dgm:pt modelId="{FBE0722F-4C5F-434B-9899-6AFAF0679D15}" type="sibTrans" cxnId="{6EDC1EAF-B306-4CC5-9DC5-053DFC11B74C}">
      <dgm:prSet/>
      <dgm:spPr/>
      <dgm:t>
        <a:bodyPr/>
        <a:lstStyle/>
        <a:p>
          <a:endParaRPr lang="en-US"/>
        </a:p>
      </dgm:t>
    </dgm:pt>
    <dgm:pt modelId="{8E5650EA-EF15-415E-8262-C2092CF3C2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2. Add Meals: Log meals with details like name, calories, and protein.</a:t>
          </a:r>
        </a:p>
      </dgm:t>
    </dgm:pt>
    <dgm:pt modelId="{186CE52A-A027-4A1A-B03D-94194586A3C7}" type="parTrans" cxnId="{09191B4F-A887-4BC0-8F9F-C368943FE1A8}">
      <dgm:prSet/>
      <dgm:spPr/>
      <dgm:t>
        <a:bodyPr/>
        <a:lstStyle/>
        <a:p>
          <a:endParaRPr lang="en-US"/>
        </a:p>
      </dgm:t>
    </dgm:pt>
    <dgm:pt modelId="{4FF38EBF-CAB6-4E40-AB2F-8D5F5054354E}" type="sibTrans" cxnId="{09191B4F-A887-4BC0-8F9F-C368943FE1A8}">
      <dgm:prSet/>
      <dgm:spPr/>
      <dgm:t>
        <a:bodyPr/>
        <a:lstStyle/>
        <a:p>
          <a:endParaRPr lang="en-US"/>
        </a:p>
      </dgm:t>
    </dgm:pt>
    <dgm:pt modelId="{802882FE-2E54-45B1-B3F6-00EB6BFEC7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3. View Meals: Display logged meals for the day.</a:t>
          </a:r>
        </a:p>
      </dgm:t>
    </dgm:pt>
    <dgm:pt modelId="{6E741594-7059-4AED-98E8-6F6FB8754E24}" type="parTrans" cxnId="{B691C692-8A01-4CA3-90EF-382396B8A86C}">
      <dgm:prSet/>
      <dgm:spPr/>
      <dgm:t>
        <a:bodyPr/>
        <a:lstStyle/>
        <a:p>
          <a:endParaRPr lang="en-US"/>
        </a:p>
      </dgm:t>
    </dgm:pt>
    <dgm:pt modelId="{6A87E650-C2CE-4791-971B-DB493652B3D5}" type="sibTrans" cxnId="{B691C692-8A01-4CA3-90EF-382396B8A86C}">
      <dgm:prSet/>
      <dgm:spPr/>
      <dgm:t>
        <a:bodyPr/>
        <a:lstStyle/>
        <a:p>
          <a:endParaRPr lang="en-US"/>
        </a:p>
      </dgm:t>
    </dgm:pt>
    <dgm:pt modelId="{A7C6A569-0551-483C-94E1-3FCAF04F56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4. Analyze Total Intake: Calculate total calories and protein consumed.</a:t>
          </a:r>
        </a:p>
      </dgm:t>
    </dgm:pt>
    <dgm:pt modelId="{07F598EE-190F-46E3-8BDA-905B4905B09F}" type="parTrans" cxnId="{352D76DA-5A1F-445E-B7D1-54D356C46AD0}">
      <dgm:prSet/>
      <dgm:spPr/>
      <dgm:t>
        <a:bodyPr/>
        <a:lstStyle/>
        <a:p>
          <a:endParaRPr lang="en-US"/>
        </a:p>
      </dgm:t>
    </dgm:pt>
    <dgm:pt modelId="{C28D567D-6891-4107-A08C-BAEEBAEEFC1A}" type="sibTrans" cxnId="{352D76DA-5A1F-445E-B7D1-54D356C46AD0}">
      <dgm:prSet/>
      <dgm:spPr/>
      <dgm:t>
        <a:bodyPr/>
        <a:lstStyle/>
        <a:p>
          <a:endParaRPr lang="en-US"/>
        </a:p>
      </dgm:t>
    </dgm:pt>
    <dgm:pt modelId="{626BC626-B061-4B91-8786-33E5C5A7E3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5. Save Data: Store meal records for future reference.</a:t>
          </a:r>
        </a:p>
      </dgm:t>
    </dgm:pt>
    <dgm:pt modelId="{1DA51284-3680-45D1-B84E-DC73DA9565FF}" type="parTrans" cxnId="{514372A1-3238-4C81-987C-B42976DA68C2}">
      <dgm:prSet/>
      <dgm:spPr/>
      <dgm:t>
        <a:bodyPr/>
        <a:lstStyle/>
        <a:p>
          <a:endParaRPr lang="en-US"/>
        </a:p>
      </dgm:t>
    </dgm:pt>
    <dgm:pt modelId="{837096B1-30C7-41EA-BBD0-5C6AE9C7EE9B}" type="sibTrans" cxnId="{514372A1-3238-4C81-987C-B42976DA68C2}">
      <dgm:prSet/>
      <dgm:spPr/>
      <dgm:t>
        <a:bodyPr/>
        <a:lstStyle/>
        <a:p>
          <a:endParaRPr lang="en-US"/>
        </a:p>
      </dgm:t>
    </dgm:pt>
    <dgm:pt modelId="{D9F4C659-D4F9-4CE7-9A5F-33E030DC2AB1}" type="pres">
      <dgm:prSet presAssocID="{A7738C19-AF3D-4753-BC85-FF0E702C4BF7}" presName="root" presStyleCnt="0">
        <dgm:presLayoutVars>
          <dgm:dir/>
          <dgm:resizeHandles val="exact"/>
        </dgm:presLayoutVars>
      </dgm:prSet>
      <dgm:spPr/>
    </dgm:pt>
    <dgm:pt modelId="{7C463F53-C008-4EA3-9AD2-24BE5D699E32}" type="pres">
      <dgm:prSet presAssocID="{E8900E21-9B72-4008-BCE6-5A7A2508A33C}" presName="compNode" presStyleCnt="0"/>
      <dgm:spPr/>
    </dgm:pt>
    <dgm:pt modelId="{FFEB5229-6B8D-489B-915B-BA4F72C3E156}" type="pres">
      <dgm:prSet presAssocID="{E8900E21-9B72-4008-BCE6-5A7A2508A33C}" presName="bgRect" presStyleLbl="bgShp" presStyleIdx="0" presStyleCnt="5"/>
      <dgm:spPr/>
    </dgm:pt>
    <dgm:pt modelId="{B08E1ED6-7CEE-42AD-A060-25B42F5B8349}" type="pres">
      <dgm:prSet presAssocID="{E8900E21-9B72-4008-BCE6-5A7A2508A33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A7F56AFC-B6FC-4C89-BE4B-4288B4E09A3A}" type="pres">
      <dgm:prSet presAssocID="{E8900E21-9B72-4008-BCE6-5A7A2508A33C}" presName="spaceRect" presStyleCnt="0"/>
      <dgm:spPr/>
    </dgm:pt>
    <dgm:pt modelId="{2A1CEC61-6454-4E40-A485-64FC773766D5}" type="pres">
      <dgm:prSet presAssocID="{E8900E21-9B72-4008-BCE6-5A7A2508A33C}" presName="parTx" presStyleLbl="revTx" presStyleIdx="0" presStyleCnt="5">
        <dgm:presLayoutVars>
          <dgm:chMax val="0"/>
          <dgm:chPref val="0"/>
        </dgm:presLayoutVars>
      </dgm:prSet>
      <dgm:spPr/>
    </dgm:pt>
    <dgm:pt modelId="{969BB9F5-1D9C-45A8-BC1E-43496E693489}" type="pres">
      <dgm:prSet presAssocID="{FBE0722F-4C5F-434B-9899-6AFAF0679D15}" presName="sibTrans" presStyleCnt="0"/>
      <dgm:spPr/>
    </dgm:pt>
    <dgm:pt modelId="{8BB0F9BF-A0C8-4D78-8A90-BC66D71C6C39}" type="pres">
      <dgm:prSet presAssocID="{8E5650EA-EF15-415E-8262-C2092CF3C20A}" presName="compNode" presStyleCnt="0"/>
      <dgm:spPr/>
    </dgm:pt>
    <dgm:pt modelId="{F1726ADD-F35C-4371-8B00-BAB06BE93CCC}" type="pres">
      <dgm:prSet presAssocID="{8E5650EA-EF15-415E-8262-C2092CF3C20A}" presName="bgRect" presStyleLbl="bgShp" presStyleIdx="1" presStyleCnt="5"/>
      <dgm:spPr/>
    </dgm:pt>
    <dgm:pt modelId="{F6D6CE1F-5561-4C7D-A5FE-9AAD96874F70}" type="pres">
      <dgm:prSet presAssocID="{8E5650EA-EF15-415E-8262-C2092CF3C20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ruit Bowl"/>
        </a:ext>
      </dgm:extLst>
    </dgm:pt>
    <dgm:pt modelId="{D235EC45-B50A-411D-99CA-F444B3F657CF}" type="pres">
      <dgm:prSet presAssocID="{8E5650EA-EF15-415E-8262-C2092CF3C20A}" presName="spaceRect" presStyleCnt="0"/>
      <dgm:spPr/>
    </dgm:pt>
    <dgm:pt modelId="{14D9F02C-F0CB-406D-8207-AB1EBEAA6101}" type="pres">
      <dgm:prSet presAssocID="{8E5650EA-EF15-415E-8262-C2092CF3C20A}" presName="parTx" presStyleLbl="revTx" presStyleIdx="1" presStyleCnt="5">
        <dgm:presLayoutVars>
          <dgm:chMax val="0"/>
          <dgm:chPref val="0"/>
        </dgm:presLayoutVars>
      </dgm:prSet>
      <dgm:spPr/>
    </dgm:pt>
    <dgm:pt modelId="{FBDC35D4-F1C9-4E65-BA46-EB026A01E4E3}" type="pres">
      <dgm:prSet presAssocID="{4FF38EBF-CAB6-4E40-AB2F-8D5F5054354E}" presName="sibTrans" presStyleCnt="0"/>
      <dgm:spPr/>
    </dgm:pt>
    <dgm:pt modelId="{C1985DBF-9311-4EC1-B185-EB877C06D207}" type="pres">
      <dgm:prSet presAssocID="{802882FE-2E54-45B1-B3F6-00EB6BFEC7D9}" presName="compNode" presStyleCnt="0"/>
      <dgm:spPr/>
    </dgm:pt>
    <dgm:pt modelId="{DE6FC7D7-9CAF-4997-B679-8C5C219A46BB}" type="pres">
      <dgm:prSet presAssocID="{802882FE-2E54-45B1-B3F6-00EB6BFEC7D9}" presName="bgRect" presStyleLbl="bgShp" presStyleIdx="2" presStyleCnt="5"/>
      <dgm:spPr/>
    </dgm:pt>
    <dgm:pt modelId="{6A7CB29A-3B55-463A-86A0-855622B28A8D}" type="pres">
      <dgm:prSet presAssocID="{802882FE-2E54-45B1-B3F6-00EB6BFEC7D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 Setting"/>
        </a:ext>
      </dgm:extLst>
    </dgm:pt>
    <dgm:pt modelId="{0BF7D2CF-5FB5-4272-B46E-03120DB0806E}" type="pres">
      <dgm:prSet presAssocID="{802882FE-2E54-45B1-B3F6-00EB6BFEC7D9}" presName="spaceRect" presStyleCnt="0"/>
      <dgm:spPr/>
    </dgm:pt>
    <dgm:pt modelId="{4CCAB7B7-720D-4B9B-BFE9-0BBDA6823E08}" type="pres">
      <dgm:prSet presAssocID="{802882FE-2E54-45B1-B3F6-00EB6BFEC7D9}" presName="parTx" presStyleLbl="revTx" presStyleIdx="2" presStyleCnt="5">
        <dgm:presLayoutVars>
          <dgm:chMax val="0"/>
          <dgm:chPref val="0"/>
        </dgm:presLayoutVars>
      </dgm:prSet>
      <dgm:spPr/>
    </dgm:pt>
    <dgm:pt modelId="{ACD82D4E-6649-4C45-8484-5D579E37FC7A}" type="pres">
      <dgm:prSet presAssocID="{6A87E650-C2CE-4791-971B-DB493652B3D5}" presName="sibTrans" presStyleCnt="0"/>
      <dgm:spPr/>
    </dgm:pt>
    <dgm:pt modelId="{3E6B274C-A4CC-46EC-BA76-0CE181A1E391}" type="pres">
      <dgm:prSet presAssocID="{A7C6A569-0551-483C-94E1-3FCAF04F569D}" presName="compNode" presStyleCnt="0"/>
      <dgm:spPr/>
    </dgm:pt>
    <dgm:pt modelId="{941B1D91-7935-4F33-BCD4-49B1BCA351E5}" type="pres">
      <dgm:prSet presAssocID="{A7C6A569-0551-483C-94E1-3FCAF04F569D}" presName="bgRect" presStyleLbl="bgShp" presStyleIdx="3" presStyleCnt="5"/>
      <dgm:spPr/>
    </dgm:pt>
    <dgm:pt modelId="{EF8A6F8D-238C-46FA-B125-4C4033E7E004}" type="pres">
      <dgm:prSet presAssocID="{A7C6A569-0551-483C-94E1-3FCAF04F569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2CAF1573-5191-4E40-8A19-FBCF11EC2B44}" type="pres">
      <dgm:prSet presAssocID="{A7C6A569-0551-483C-94E1-3FCAF04F569D}" presName="spaceRect" presStyleCnt="0"/>
      <dgm:spPr/>
    </dgm:pt>
    <dgm:pt modelId="{DAD3D7BD-8D0A-4988-87CF-0912F0F0D7D3}" type="pres">
      <dgm:prSet presAssocID="{A7C6A569-0551-483C-94E1-3FCAF04F569D}" presName="parTx" presStyleLbl="revTx" presStyleIdx="3" presStyleCnt="5">
        <dgm:presLayoutVars>
          <dgm:chMax val="0"/>
          <dgm:chPref val="0"/>
        </dgm:presLayoutVars>
      </dgm:prSet>
      <dgm:spPr/>
    </dgm:pt>
    <dgm:pt modelId="{EE0DD04F-1257-45BF-AF89-56013FA210B3}" type="pres">
      <dgm:prSet presAssocID="{C28D567D-6891-4107-A08C-BAEEBAEEFC1A}" presName="sibTrans" presStyleCnt="0"/>
      <dgm:spPr/>
    </dgm:pt>
    <dgm:pt modelId="{A5841921-07E9-4B1B-AE8E-C06200F3DABD}" type="pres">
      <dgm:prSet presAssocID="{626BC626-B061-4B91-8786-33E5C5A7E370}" presName="compNode" presStyleCnt="0"/>
      <dgm:spPr/>
    </dgm:pt>
    <dgm:pt modelId="{CCC0E14A-FB6B-4E7F-9FCB-A97F3D0941CA}" type="pres">
      <dgm:prSet presAssocID="{626BC626-B061-4B91-8786-33E5C5A7E370}" presName="bgRect" presStyleLbl="bgShp" presStyleIdx="4" presStyleCnt="5"/>
      <dgm:spPr/>
    </dgm:pt>
    <dgm:pt modelId="{7C1AE7C5-7C6E-4146-9761-96997AC9C9B0}" type="pres">
      <dgm:prSet presAssocID="{626BC626-B061-4B91-8786-33E5C5A7E37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sta"/>
        </a:ext>
      </dgm:extLst>
    </dgm:pt>
    <dgm:pt modelId="{56A8B6E4-94C3-4BF5-B8D0-20CA426993EB}" type="pres">
      <dgm:prSet presAssocID="{626BC626-B061-4B91-8786-33E5C5A7E370}" presName="spaceRect" presStyleCnt="0"/>
      <dgm:spPr/>
    </dgm:pt>
    <dgm:pt modelId="{2CA2773C-8036-45F4-A800-A76D8599AD42}" type="pres">
      <dgm:prSet presAssocID="{626BC626-B061-4B91-8786-33E5C5A7E37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7849C15-DADD-4AFC-BABA-89D9313F9134}" type="presOf" srcId="{E8900E21-9B72-4008-BCE6-5A7A2508A33C}" destId="{2A1CEC61-6454-4E40-A485-64FC773766D5}" srcOrd="0" destOrd="0" presId="urn:microsoft.com/office/officeart/2018/2/layout/IconVerticalSolidList"/>
    <dgm:cxn modelId="{9DA3CD23-8F9D-4048-BA3E-C43F4FD50AFF}" type="presOf" srcId="{A7C6A569-0551-483C-94E1-3FCAF04F569D}" destId="{DAD3D7BD-8D0A-4988-87CF-0912F0F0D7D3}" srcOrd="0" destOrd="0" presId="urn:microsoft.com/office/officeart/2018/2/layout/IconVerticalSolidList"/>
    <dgm:cxn modelId="{73088B2C-A404-40F7-ADF0-6B787D3BFA5C}" type="presOf" srcId="{A7738C19-AF3D-4753-BC85-FF0E702C4BF7}" destId="{D9F4C659-D4F9-4CE7-9A5F-33E030DC2AB1}" srcOrd="0" destOrd="0" presId="urn:microsoft.com/office/officeart/2018/2/layout/IconVerticalSolidList"/>
    <dgm:cxn modelId="{09191B4F-A887-4BC0-8F9F-C368943FE1A8}" srcId="{A7738C19-AF3D-4753-BC85-FF0E702C4BF7}" destId="{8E5650EA-EF15-415E-8262-C2092CF3C20A}" srcOrd="1" destOrd="0" parTransId="{186CE52A-A027-4A1A-B03D-94194586A3C7}" sibTransId="{4FF38EBF-CAB6-4E40-AB2F-8D5F5054354E}"/>
    <dgm:cxn modelId="{31243354-C2FA-4344-8769-F772B1FA23E4}" type="presOf" srcId="{8E5650EA-EF15-415E-8262-C2092CF3C20A}" destId="{14D9F02C-F0CB-406D-8207-AB1EBEAA6101}" srcOrd="0" destOrd="0" presId="urn:microsoft.com/office/officeart/2018/2/layout/IconVerticalSolidList"/>
    <dgm:cxn modelId="{74F96B89-712C-4B40-95C2-5A3F2A17AFBF}" type="presOf" srcId="{802882FE-2E54-45B1-B3F6-00EB6BFEC7D9}" destId="{4CCAB7B7-720D-4B9B-BFE9-0BBDA6823E08}" srcOrd="0" destOrd="0" presId="urn:microsoft.com/office/officeart/2018/2/layout/IconVerticalSolidList"/>
    <dgm:cxn modelId="{B691C692-8A01-4CA3-90EF-382396B8A86C}" srcId="{A7738C19-AF3D-4753-BC85-FF0E702C4BF7}" destId="{802882FE-2E54-45B1-B3F6-00EB6BFEC7D9}" srcOrd="2" destOrd="0" parTransId="{6E741594-7059-4AED-98E8-6F6FB8754E24}" sibTransId="{6A87E650-C2CE-4791-971B-DB493652B3D5}"/>
    <dgm:cxn modelId="{514372A1-3238-4C81-987C-B42976DA68C2}" srcId="{A7738C19-AF3D-4753-BC85-FF0E702C4BF7}" destId="{626BC626-B061-4B91-8786-33E5C5A7E370}" srcOrd="4" destOrd="0" parTransId="{1DA51284-3680-45D1-B84E-DC73DA9565FF}" sibTransId="{837096B1-30C7-41EA-BBD0-5C6AE9C7EE9B}"/>
    <dgm:cxn modelId="{C621DCAC-8518-46AB-9518-1391DCDDB8D2}" type="presOf" srcId="{626BC626-B061-4B91-8786-33E5C5A7E370}" destId="{2CA2773C-8036-45F4-A800-A76D8599AD42}" srcOrd="0" destOrd="0" presId="urn:microsoft.com/office/officeart/2018/2/layout/IconVerticalSolidList"/>
    <dgm:cxn modelId="{6EDC1EAF-B306-4CC5-9DC5-053DFC11B74C}" srcId="{A7738C19-AF3D-4753-BC85-FF0E702C4BF7}" destId="{E8900E21-9B72-4008-BCE6-5A7A2508A33C}" srcOrd="0" destOrd="0" parTransId="{EE061F81-8092-45F6-9D42-8BC11936083F}" sibTransId="{FBE0722F-4C5F-434B-9899-6AFAF0679D15}"/>
    <dgm:cxn modelId="{352D76DA-5A1F-445E-B7D1-54D356C46AD0}" srcId="{A7738C19-AF3D-4753-BC85-FF0E702C4BF7}" destId="{A7C6A569-0551-483C-94E1-3FCAF04F569D}" srcOrd="3" destOrd="0" parTransId="{07F598EE-190F-46E3-8BDA-905B4905B09F}" sibTransId="{C28D567D-6891-4107-A08C-BAEEBAEEFC1A}"/>
    <dgm:cxn modelId="{C1E1AEDA-C4AF-4929-B6EF-D9822D354D4A}" type="presParOf" srcId="{D9F4C659-D4F9-4CE7-9A5F-33E030DC2AB1}" destId="{7C463F53-C008-4EA3-9AD2-24BE5D699E32}" srcOrd="0" destOrd="0" presId="urn:microsoft.com/office/officeart/2018/2/layout/IconVerticalSolidList"/>
    <dgm:cxn modelId="{2B0A7D9E-72C6-4C59-A2C7-5946DA11B2B9}" type="presParOf" srcId="{7C463F53-C008-4EA3-9AD2-24BE5D699E32}" destId="{FFEB5229-6B8D-489B-915B-BA4F72C3E156}" srcOrd="0" destOrd="0" presId="urn:microsoft.com/office/officeart/2018/2/layout/IconVerticalSolidList"/>
    <dgm:cxn modelId="{7C7E1E11-E815-43AE-85F8-A9911B338BAE}" type="presParOf" srcId="{7C463F53-C008-4EA3-9AD2-24BE5D699E32}" destId="{B08E1ED6-7CEE-42AD-A060-25B42F5B8349}" srcOrd="1" destOrd="0" presId="urn:microsoft.com/office/officeart/2018/2/layout/IconVerticalSolidList"/>
    <dgm:cxn modelId="{13E5BD31-A0C5-49D4-B39B-67BDFBDB6605}" type="presParOf" srcId="{7C463F53-C008-4EA3-9AD2-24BE5D699E32}" destId="{A7F56AFC-B6FC-4C89-BE4B-4288B4E09A3A}" srcOrd="2" destOrd="0" presId="urn:microsoft.com/office/officeart/2018/2/layout/IconVerticalSolidList"/>
    <dgm:cxn modelId="{7F61C687-E07D-401B-9996-1D4ACCF9069A}" type="presParOf" srcId="{7C463F53-C008-4EA3-9AD2-24BE5D699E32}" destId="{2A1CEC61-6454-4E40-A485-64FC773766D5}" srcOrd="3" destOrd="0" presId="urn:microsoft.com/office/officeart/2018/2/layout/IconVerticalSolidList"/>
    <dgm:cxn modelId="{50511FBC-90CE-4982-801D-B9D62FF8D6AF}" type="presParOf" srcId="{D9F4C659-D4F9-4CE7-9A5F-33E030DC2AB1}" destId="{969BB9F5-1D9C-45A8-BC1E-43496E693489}" srcOrd="1" destOrd="0" presId="urn:microsoft.com/office/officeart/2018/2/layout/IconVerticalSolidList"/>
    <dgm:cxn modelId="{806896BE-234A-4791-BCC9-129599298B36}" type="presParOf" srcId="{D9F4C659-D4F9-4CE7-9A5F-33E030DC2AB1}" destId="{8BB0F9BF-A0C8-4D78-8A90-BC66D71C6C39}" srcOrd="2" destOrd="0" presId="urn:microsoft.com/office/officeart/2018/2/layout/IconVerticalSolidList"/>
    <dgm:cxn modelId="{B2396533-05DB-48C0-A93E-8237D08FAE08}" type="presParOf" srcId="{8BB0F9BF-A0C8-4D78-8A90-BC66D71C6C39}" destId="{F1726ADD-F35C-4371-8B00-BAB06BE93CCC}" srcOrd="0" destOrd="0" presId="urn:microsoft.com/office/officeart/2018/2/layout/IconVerticalSolidList"/>
    <dgm:cxn modelId="{CF5B6F05-51EE-41A1-80E8-DDDE8F5F94DB}" type="presParOf" srcId="{8BB0F9BF-A0C8-4D78-8A90-BC66D71C6C39}" destId="{F6D6CE1F-5561-4C7D-A5FE-9AAD96874F70}" srcOrd="1" destOrd="0" presId="urn:microsoft.com/office/officeart/2018/2/layout/IconVerticalSolidList"/>
    <dgm:cxn modelId="{0877372C-A168-4745-B8DA-02776988F84B}" type="presParOf" srcId="{8BB0F9BF-A0C8-4D78-8A90-BC66D71C6C39}" destId="{D235EC45-B50A-411D-99CA-F444B3F657CF}" srcOrd="2" destOrd="0" presId="urn:microsoft.com/office/officeart/2018/2/layout/IconVerticalSolidList"/>
    <dgm:cxn modelId="{D458BB36-EBFB-4E75-992F-A724DBB11D0F}" type="presParOf" srcId="{8BB0F9BF-A0C8-4D78-8A90-BC66D71C6C39}" destId="{14D9F02C-F0CB-406D-8207-AB1EBEAA6101}" srcOrd="3" destOrd="0" presId="urn:microsoft.com/office/officeart/2018/2/layout/IconVerticalSolidList"/>
    <dgm:cxn modelId="{D6273437-3AED-45AD-BA90-58B10091E83E}" type="presParOf" srcId="{D9F4C659-D4F9-4CE7-9A5F-33E030DC2AB1}" destId="{FBDC35D4-F1C9-4E65-BA46-EB026A01E4E3}" srcOrd="3" destOrd="0" presId="urn:microsoft.com/office/officeart/2018/2/layout/IconVerticalSolidList"/>
    <dgm:cxn modelId="{42203609-AD6A-4A95-B5CD-0EC98B011740}" type="presParOf" srcId="{D9F4C659-D4F9-4CE7-9A5F-33E030DC2AB1}" destId="{C1985DBF-9311-4EC1-B185-EB877C06D207}" srcOrd="4" destOrd="0" presId="urn:microsoft.com/office/officeart/2018/2/layout/IconVerticalSolidList"/>
    <dgm:cxn modelId="{7EA30C46-7024-4424-A2B9-A39651C9207B}" type="presParOf" srcId="{C1985DBF-9311-4EC1-B185-EB877C06D207}" destId="{DE6FC7D7-9CAF-4997-B679-8C5C219A46BB}" srcOrd="0" destOrd="0" presId="urn:microsoft.com/office/officeart/2018/2/layout/IconVerticalSolidList"/>
    <dgm:cxn modelId="{D9E85FDE-644C-41B9-A43D-534E96A1B54B}" type="presParOf" srcId="{C1985DBF-9311-4EC1-B185-EB877C06D207}" destId="{6A7CB29A-3B55-463A-86A0-855622B28A8D}" srcOrd="1" destOrd="0" presId="urn:microsoft.com/office/officeart/2018/2/layout/IconVerticalSolidList"/>
    <dgm:cxn modelId="{4A8FBD98-79A2-4B6C-A4CE-343A8208CFFC}" type="presParOf" srcId="{C1985DBF-9311-4EC1-B185-EB877C06D207}" destId="{0BF7D2CF-5FB5-4272-B46E-03120DB0806E}" srcOrd="2" destOrd="0" presId="urn:microsoft.com/office/officeart/2018/2/layout/IconVerticalSolidList"/>
    <dgm:cxn modelId="{1D815A04-CB7E-4886-BB5E-96E034ABCD59}" type="presParOf" srcId="{C1985DBF-9311-4EC1-B185-EB877C06D207}" destId="{4CCAB7B7-720D-4B9B-BFE9-0BBDA6823E08}" srcOrd="3" destOrd="0" presId="urn:microsoft.com/office/officeart/2018/2/layout/IconVerticalSolidList"/>
    <dgm:cxn modelId="{B4BA74B8-9FA0-420B-8C92-14AC524CC677}" type="presParOf" srcId="{D9F4C659-D4F9-4CE7-9A5F-33E030DC2AB1}" destId="{ACD82D4E-6649-4C45-8484-5D579E37FC7A}" srcOrd="5" destOrd="0" presId="urn:microsoft.com/office/officeart/2018/2/layout/IconVerticalSolidList"/>
    <dgm:cxn modelId="{25C57C07-6E85-4164-8783-07521A3F4067}" type="presParOf" srcId="{D9F4C659-D4F9-4CE7-9A5F-33E030DC2AB1}" destId="{3E6B274C-A4CC-46EC-BA76-0CE181A1E391}" srcOrd="6" destOrd="0" presId="urn:microsoft.com/office/officeart/2018/2/layout/IconVerticalSolidList"/>
    <dgm:cxn modelId="{9F8D1F74-A92F-4C36-A242-8AA9423A6903}" type="presParOf" srcId="{3E6B274C-A4CC-46EC-BA76-0CE181A1E391}" destId="{941B1D91-7935-4F33-BCD4-49B1BCA351E5}" srcOrd="0" destOrd="0" presId="urn:microsoft.com/office/officeart/2018/2/layout/IconVerticalSolidList"/>
    <dgm:cxn modelId="{8474A7B5-69AB-4718-8921-7BBE6CFA3424}" type="presParOf" srcId="{3E6B274C-A4CC-46EC-BA76-0CE181A1E391}" destId="{EF8A6F8D-238C-46FA-B125-4C4033E7E004}" srcOrd="1" destOrd="0" presId="urn:microsoft.com/office/officeart/2018/2/layout/IconVerticalSolidList"/>
    <dgm:cxn modelId="{2CF77F00-1AFF-4366-A629-9CEDCA56AE3C}" type="presParOf" srcId="{3E6B274C-A4CC-46EC-BA76-0CE181A1E391}" destId="{2CAF1573-5191-4E40-8A19-FBCF11EC2B44}" srcOrd="2" destOrd="0" presId="urn:microsoft.com/office/officeart/2018/2/layout/IconVerticalSolidList"/>
    <dgm:cxn modelId="{6CDE5085-C225-4127-87CB-58F4A3265534}" type="presParOf" srcId="{3E6B274C-A4CC-46EC-BA76-0CE181A1E391}" destId="{DAD3D7BD-8D0A-4988-87CF-0912F0F0D7D3}" srcOrd="3" destOrd="0" presId="urn:microsoft.com/office/officeart/2018/2/layout/IconVerticalSolidList"/>
    <dgm:cxn modelId="{A9CEFBDF-FA1A-4B27-B3CF-19CE1F9DCAC5}" type="presParOf" srcId="{D9F4C659-D4F9-4CE7-9A5F-33E030DC2AB1}" destId="{EE0DD04F-1257-45BF-AF89-56013FA210B3}" srcOrd="7" destOrd="0" presId="urn:microsoft.com/office/officeart/2018/2/layout/IconVerticalSolidList"/>
    <dgm:cxn modelId="{52DB4780-23C3-4C8E-9238-8D39E86F3C58}" type="presParOf" srcId="{D9F4C659-D4F9-4CE7-9A5F-33E030DC2AB1}" destId="{A5841921-07E9-4B1B-AE8E-C06200F3DABD}" srcOrd="8" destOrd="0" presId="urn:microsoft.com/office/officeart/2018/2/layout/IconVerticalSolidList"/>
    <dgm:cxn modelId="{91E81685-99AA-4872-843E-3C12C5FB9D48}" type="presParOf" srcId="{A5841921-07E9-4B1B-AE8E-C06200F3DABD}" destId="{CCC0E14A-FB6B-4E7F-9FCB-A97F3D0941CA}" srcOrd="0" destOrd="0" presId="urn:microsoft.com/office/officeart/2018/2/layout/IconVerticalSolidList"/>
    <dgm:cxn modelId="{22AEA41C-3AD0-47BD-AFCC-62E70AEEFC82}" type="presParOf" srcId="{A5841921-07E9-4B1B-AE8E-C06200F3DABD}" destId="{7C1AE7C5-7C6E-4146-9761-96997AC9C9B0}" srcOrd="1" destOrd="0" presId="urn:microsoft.com/office/officeart/2018/2/layout/IconVerticalSolidList"/>
    <dgm:cxn modelId="{ED750868-2DDC-45C9-91CA-01D06ACDAADC}" type="presParOf" srcId="{A5841921-07E9-4B1B-AE8E-C06200F3DABD}" destId="{56A8B6E4-94C3-4BF5-B8D0-20CA426993EB}" srcOrd="2" destOrd="0" presId="urn:microsoft.com/office/officeart/2018/2/layout/IconVerticalSolidList"/>
    <dgm:cxn modelId="{7284A9CE-AF3A-4C5E-B236-31F3F8106861}" type="presParOf" srcId="{A5841921-07E9-4B1B-AE8E-C06200F3DABD}" destId="{2CA2773C-8036-45F4-A800-A76D8599AD4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D0B92E-C0D7-4564-A441-CB4F53C008D3}">
      <dsp:nvSpPr>
        <dsp:cNvPr id="0" name=""/>
        <dsp:cNvSpPr/>
      </dsp:nvSpPr>
      <dsp:spPr>
        <a:xfrm>
          <a:off x="0" y="420"/>
          <a:ext cx="5641974" cy="5788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B77BEF-3D8C-489A-88F1-A73812138F55}">
      <dsp:nvSpPr>
        <dsp:cNvPr id="0" name=""/>
        <dsp:cNvSpPr/>
      </dsp:nvSpPr>
      <dsp:spPr>
        <a:xfrm>
          <a:off x="175108" y="130666"/>
          <a:ext cx="318379" cy="3183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8CFB0-B1A3-4423-8FDE-DB3C4ACBD68E}">
      <dsp:nvSpPr>
        <dsp:cNvPr id="0" name=""/>
        <dsp:cNvSpPr/>
      </dsp:nvSpPr>
      <dsp:spPr>
        <a:xfrm>
          <a:off x="668596" y="420"/>
          <a:ext cx="4973378" cy="578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64" tIns="61264" rIns="61264" bIns="6126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Based on C++ programming language</a:t>
          </a:r>
        </a:p>
      </dsp:txBody>
      <dsp:txXfrm>
        <a:off x="668596" y="420"/>
        <a:ext cx="4973378" cy="578871"/>
      </dsp:txXfrm>
    </dsp:sp>
    <dsp:sp modelId="{2D27B679-AB00-469E-8E84-DDA06E3EA739}">
      <dsp:nvSpPr>
        <dsp:cNvPr id="0" name=""/>
        <dsp:cNvSpPr/>
      </dsp:nvSpPr>
      <dsp:spPr>
        <a:xfrm>
          <a:off x="0" y="724010"/>
          <a:ext cx="5641974" cy="5788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8DCAC0-95F1-4FA9-81BF-35148A7AC4FD}">
      <dsp:nvSpPr>
        <dsp:cNvPr id="0" name=""/>
        <dsp:cNvSpPr/>
      </dsp:nvSpPr>
      <dsp:spPr>
        <a:xfrm>
          <a:off x="175108" y="854256"/>
          <a:ext cx="318379" cy="3183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80E915-6D5F-4FFC-84B5-8CF8D422CCB4}">
      <dsp:nvSpPr>
        <dsp:cNvPr id="0" name=""/>
        <dsp:cNvSpPr/>
      </dsp:nvSpPr>
      <dsp:spPr>
        <a:xfrm>
          <a:off x="668596" y="724010"/>
          <a:ext cx="4973378" cy="578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64" tIns="61264" rIns="61264" bIns="6126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Automates calorie and protein tracking </a:t>
          </a:r>
        </a:p>
      </dsp:txBody>
      <dsp:txXfrm>
        <a:off x="668596" y="724010"/>
        <a:ext cx="4973378" cy="578871"/>
      </dsp:txXfrm>
    </dsp:sp>
    <dsp:sp modelId="{01AEE7D4-F79C-4278-BFB8-43531C16070B}">
      <dsp:nvSpPr>
        <dsp:cNvPr id="0" name=""/>
        <dsp:cNvSpPr/>
      </dsp:nvSpPr>
      <dsp:spPr>
        <a:xfrm>
          <a:off x="0" y="1447599"/>
          <a:ext cx="5641974" cy="5788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42A156-0629-4F5B-A744-74DD139CE219}">
      <dsp:nvSpPr>
        <dsp:cNvPr id="0" name=""/>
        <dsp:cNvSpPr/>
      </dsp:nvSpPr>
      <dsp:spPr>
        <a:xfrm>
          <a:off x="175108" y="1577845"/>
          <a:ext cx="318379" cy="3183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3AB0BC-5124-45BE-BAB8-3BA86A2F7736}">
      <dsp:nvSpPr>
        <dsp:cNvPr id="0" name=""/>
        <dsp:cNvSpPr/>
      </dsp:nvSpPr>
      <dsp:spPr>
        <a:xfrm>
          <a:off x="668596" y="1447599"/>
          <a:ext cx="4973378" cy="578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64" tIns="61264" rIns="61264" bIns="6126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Enhances dietary management efficiency and accuracy</a:t>
          </a:r>
        </a:p>
      </dsp:txBody>
      <dsp:txXfrm>
        <a:off x="668596" y="1447599"/>
        <a:ext cx="4973378" cy="578871"/>
      </dsp:txXfrm>
    </dsp:sp>
    <dsp:sp modelId="{BF78795A-37F0-4459-9D7F-577BD50C144E}">
      <dsp:nvSpPr>
        <dsp:cNvPr id="0" name=""/>
        <dsp:cNvSpPr/>
      </dsp:nvSpPr>
      <dsp:spPr>
        <a:xfrm>
          <a:off x="0" y="2171189"/>
          <a:ext cx="5641974" cy="5788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BCD6DC-06AA-4F7C-91CC-DD866C4492BB}">
      <dsp:nvSpPr>
        <dsp:cNvPr id="0" name=""/>
        <dsp:cNvSpPr/>
      </dsp:nvSpPr>
      <dsp:spPr>
        <a:xfrm>
          <a:off x="175108" y="2301435"/>
          <a:ext cx="318379" cy="31837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FB3C83-94E7-4B0E-9CA9-615A2E668F54}">
      <dsp:nvSpPr>
        <dsp:cNvPr id="0" name=""/>
        <dsp:cNvSpPr/>
      </dsp:nvSpPr>
      <dsp:spPr>
        <a:xfrm>
          <a:off x="668596" y="2171189"/>
          <a:ext cx="4973378" cy="578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64" tIns="61264" rIns="61264" bIns="6126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Personalized Goal Setting </a:t>
          </a:r>
        </a:p>
      </dsp:txBody>
      <dsp:txXfrm>
        <a:off x="668596" y="2171189"/>
        <a:ext cx="4973378" cy="578871"/>
      </dsp:txXfrm>
    </dsp:sp>
    <dsp:sp modelId="{D60BDFF3-4EAE-462D-8420-A12D3172F066}">
      <dsp:nvSpPr>
        <dsp:cNvPr id="0" name=""/>
        <dsp:cNvSpPr/>
      </dsp:nvSpPr>
      <dsp:spPr>
        <a:xfrm>
          <a:off x="0" y="2894778"/>
          <a:ext cx="5641974" cy="5788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724865-3159-45E3-9A47-42717660D7B0}">
      <dsp:nvSpPr>
        <dsp:cNvPr id="0" name=""/>
        <dsp:cNvSpPr/>
      </dsp:nvSpPr>
      <dsp:spPr>
        <a:xfrm>
          <a:off x="175108" y="3025024"/>
          <a:ext cx="318379" cy="31837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76AA5C-232A-441D-BB5F-6848F401DA0E}">
      <dsp:nvSpPr>
        <dsp:cNvPr id="0" name=""/>
        <dsp:cNvSpPr/>
      </dsp:nvSpPr>
      <dsp:spPr>
        <a:xfrm>
          <a:off x="668596" y="2894778"/>
          <a:ext cx="4973378" cy="578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64" tIns="61264" rIns="61264" bIns="6126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Automated Calculations </a:t>
          </a:r>
        </a:p>
      </dsp:txBody>
      <dsp:txXfrm>
        <a:off x="668596" y="2894778"/>
        <a:ext cx="4973378" cy="578871"/>
      </dsp:txXfrm>
    </dsp:sp>
    <dsp:sp modelId="{46B29FEE-E77A-4F39-A126-AFA15065D5AC}">
      <dsp:nvSpPr>
        <dsp:cNvPr id="0" name=""/>
        <dsp:cNvSpPr/>
      </dsp:nvSpPr>
      <dsp:spPr>
        <a:xfrm>
          <a:off x="0" y="3618368"/>
          <a:ext cx="5641974" cy="5788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D62869-0A2C-484C-92D8-B474120A561B}">
      <dsp:nvSpPr>
        <dsp:cNvPr id="0" name=""/>
        <dsp:cNvSpPr/>
      </dsp:nvSpPr>
      <dsp:spPr>
        <a:xfrm>
          <a:off x="175108" y="3748614"/>
          <a:ext cx="318379" cy="31837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CB9971-DFDF-49D4-A2BB-577E278F857F}">
      <dsp:nvSpPr>
        <dsp:cNvPr id="0" name=""/>
        <dsp:cNvSpPr/>
      </dsp:nvSpPr>
      <dsp:spPr>
        <a:xfrm>
          <a:off x="668596" y="3618368"/>
          <a:ext cx="4973378" cy="578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64" tIns="61264" rIns="61264" bIns="6126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 Storage and Retrieval</a:t>
          </a:r>
        </a:p>
      </dsp:txBody>
      <dsp:txXfrm>
        <a:off x="668596" y="3618368"/>
        <a:ext cx="4973378" cy="578871"/>
      </dsp:txXfrm>
    </dsp:sp>
    <dsp:sp modelId="{1D398994-9E9C-4DBE-BB49-1B3815FBBDD4}">
      <dsp:nvSpPr>
        <dsp:cNvPr id="0" name=""/>
        <dsp:cNvSpPr/>
      </dsp:nvSpPr>
      <dsp:spPr>
        <a:xfrm>
          <a:off x="0" y="4341957"/>
          <a:ext cx="5641974" cy="5788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AB1F35-35D3-4D1A-8879-0F1636CEE37E}">
      <dsp:nvSpPr>
        <dsp:cNvPr id="0" name=""/>
        <dsp:cNvSpPr/>
      </dsp:nvSpPr>
      <dsp:spPr>
        <a:xfrm>
          <a:off x="175108" y="4472203"/>
          <a:ext cx="318379" cy="31837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FF7A8A-612E-4BBF-9601-A3AE4E0A6B90}">
      <dsp:nvSpPr>
        <dsp:cNvPr id="0" name=""/>
        <dsp:cNvSpPr/>
      </dsp:nvSpPr>
      <dsp:spPr>
        <a:xfrm>
          <a:off x="668596" y="4341957"/>
          <a:ext cx="4973378" cy="578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64" tIns="61264" rIns="61264" bIns="6126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Progress Tracking</a:t>
          </a:r>
        </a:p>
      </dsp:txBody>
      <dsp:txXfrm>
        <a:off x="668596" y="4341957"/>
        <a:ext cx="4973378" cy="5788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382C69-B075-440D-889C-0C2639B6C8F7}">
      <dsp:nvSpPr>
        <dsp:cNvPr id="0" name=""/>
        <dsp:cNvSpPr/>
      </dsp:nvSpPr>
      <dsp:spPr>
        <a:xfrm>
          <a:off x="0" y="0"/>
          <a:ext cx="599808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E6BAF-A197-43EC-B24A-F730ABEC8D4A}">
      <dsp:nvSpPr>
        <dsp:cNvPr id="0" name=""/>
        <dsp:cNvSpPr/>
      </dsp:nvSpPr>
      <dsp:spPr>
        <a:xfrm>
          <a:off x="0" y="0"/>
          <a:ext cx="5998087" cy="13079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Encapsulation: Data and methods for meals and user profiles are encapsulated in classes like Meal, </a:t>
          </a:r>
          <a:r>
            <a:rPr lang="en-US" sz="2500" kern="1200" dirty="0" err="1"/>
            <a:t>UserProfile</a:t>
          </a:r>
          <a:r>
            <a:rPr lang="en-US" sz="2500" kern="1200" dirty="0"/>
            <a:t>, and </a:t>
          </a:r>
          <a:r>
            <a:rPr lang="en-US" sz="2500" kern="1200" dirty="0" err="1"/>
            <a:t>CalorieTracker</a:t>
          </a:r>
          <a:r>
            <a:rPr lang="en-US" sz="2500" kern="1200" dirty="0"/>
            <a:t>. </a:t>
          </a:r>
        </a:p>
      </dsp:txBody>
      <dsp:txXfrm>
        <a:off x="0" y="0"/>
        <a:ext cx="5998087" cy="1307967"/>
      </dsp:txXfrm>
    </dsp:sp>
    <dsp:sp modelId="{6EA76E09-E683-4256-B4A2-227F98138831}">
      <dsp:nvSpPr>
        <dsp:cNvPr id="0" name=""/>
        <dsp:cNvSpPr/>
      </dsp:nvSpPr>
      <dsp:spPr>
        <a:xfrm>
          <a:off x="0" y="1307967"/>
          <a:ext cx="5998087" cy="0"/>
        </a:xfrm>
        <a:prstGeom prst="line">
          <a:avLst/>
        </a:prstGeom>
        <a:solidFill>
          <a:schemeClr val="accent2">
            <a:hueOff val="-425792"/>
            <a:satOff val="1170"/>
            <a:lumOff val="784"/>
            <a:alphaOff val="0"/>
          </a:schemeClr>
        </a:solidFill>
        <a:ln w="15875" cap="flat" cmpd="sng" algn="ctr">
          <a:solidFill>
            <a:schemeClr val="accent2">
              <a:hueOff val="-425792"/>
              <a:satOff val="1170"/>
              <a:lumOff val="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9B4B43-30DB-4F62-A4A5-04CBE92FE29A}">
      <dsp:nvSpPr>
        <dsp:cNvPr id="0" name=""/>
        <dsp:cNvSpPr/>
      </dsp:nvSpPr>
      <dsp:spPr>
        <a:xfrm>
          <a:off x="0" y="1307967"/>
          <a:ext cx="5998087" cy="13079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Inheritance: Specialized meal types (Breakfast, Lunch, Dinner, Snacks) inherit from a base class Meal. </a:t>
          </a:r>
        </a:p>
      </dsp:txBody>
      <dsp:txXfrm>
        <a:off x="0" y="1307967"/>
        <a:ext cx="5998087" cy="1307967"/>
      </dsp:txXfrm>
    </dsp:sp>
    <dsp:sp modelId="{7184A201-0E0E-4DCF-B176-0C7F54E23D26}">
      <dsp:nvSpPr>
        <dsp:cNvPr id="0" name=""/>
        <dsp:cNvSpPr/>
      </dsp:nvSpPr>
      <dsp:spPr>
        <a:xfrm>
          <a:off x="0" y="2615935"/>
          <a:ext cx="5998087" cy="0"/>
        </a:xfrm>
        <a:prstGeom prst="line">
          <a:avLst/>
        </a:prstGeom>
        <a:solidFill>
          <a:schemeClr val="accent2">
            <a:hueOff val="-851583"/>
            <a:satOff val="2339"/>
            <a:lumOff val="1568"/>
            <a:alphaOff val="0"/>
          </a:schemeClr>
        </a:solidFill>
        <a:ln w="15875" cap="flat" cmpd="sng" algn="ctr">
          <a:solidFill>
            <a:schemeClr val="accent2">
              <a:hueOff val="-851583"/>
              <a:satOff val="2339"/>
              <a:lumOff val="156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570A66-5B32-44A7-B259-DBA7AA85D9AC}">
      <dsp:nvSpPr>
        <dsp:cNvPr id="0" name=""/>
        <dsp:cNvSpPr/>
      </dsp:nvSpPr>
      <dsp:spPr>
        <a:xfrm>
          <a:off x="0" y="2615935"/>
          <a:ext cx="5998087" cy="13079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Polymorphism: Abstract methods (e.g., displayMeal) allow meal objects to display details specific to their type. </a:t>
          </a:r>
        </a:p>
      </dsp:txBody>
      <dsp:txXfrm>
        <a:off x="0" y="2615935"/>
        <a:ext cx="5998087" cy="1307967"/>
      </dsp:txXfrm>
    </dsp:sp>
    <dsp:sp modelId="{59259FF0-C544-4440-9367-588333D4A7FF}">
      <dsp:nvSpPr>
        <dsp:cNvPr id="0" name=""/>
        <dsp:cNvSpPr/>
      </dsp:nvSpPr>
      <dsp:spPr>
        <a:xfrm>
          <a:off x="0" y="3923903"/>
          <a:ext cx="5998087" cy="0"/>
        </a:xfrm>
        <a:prstGeom prst="line">
          <a:avLst/>
        </a:prstGeom>
        <a:solidFill>
          <a:schemeClr val="accent2">
            <a:hueOff val="-1277375"/>
            <a:satOff val="3509"/>
            <a:lumOff val="2352"/>
            <a:alphaOff val="0"/>
          </a:schemeClr>
        </a:solidFill>
        <a:ln w="15875" cap="flat" cmpd="sng" algn="ctr">
          <a:solidFill>
            <a:schemeClr val="accent2">
              <a:hueOff val="-1277375"/>
              <a:satOff val="3509"/>
              <a:lumOff val="23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50E687-262B-41F9-A1DE-F7023641CB72}">
      <dsp:nvSpPr>
        <dsp:cNvPr id="0" name=""/>
        <dsp:cNvSpPr/>
      </dsp:nvSpPr>
      <dsp:spPr>
        <a:xfrm>
          <a:off x="0" y="3923903"/>
          <a:ext cx="5998087" cy="13079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Dynamic Memory Management: Uses dynamic memory allocation (new and delete) for managing meal objects at runtime.</a:t>
          </a:r>
        </a:p>
      </dsp:txBody>
      <dsp:txXfrm>
        <a:off x="0" y="3923903"/>
        <a:ext cx="5998087" cy="13079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EB5229-6B8D-489B-915B-BA4F72C3E156}">
      <dsp:nvSpPr>
        <dsp:cNvPr id="0" name=""/>
        <dsp:cNvSpPr/>
      </dsp:nvSpPr>
      <dsp:spPr>
        <a:xfrm>
          <a:off x="0" y="3354"/>
          <a:ext cx="4572000" cy="71458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8E1ED6-7CEE-42AD-A060-25B42F5B8349}">
      <dsp:nvSpPr>
        <dsp:cNvPr id="0" name=""/>
        <dsp:cNvSpPr/>
      </dsp:nvSpPr>
      <dsp:spPr>
        <a:xfrm>
          <a:off x="216160" y="164135"/>
          <a:ext cx="393019" cy="3930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1CEC61-6454-4E40-A485-64FC773766D5}">
      <dsp:nvSpPr>
        <dsp:cNvPr id="0" name=""/>
        <dsp:cNvSpPr/>
      </dsp:nvSpPr>
      <dsp:spPr>
        <a:xfrm>
          <a:off x="825341" y="3354"/>
          <a:ext cx="3746658" cy="714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27" tIns="75627" rIns="75627" bIns="7562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1. Set Goals: Calculates daily calorie and protein targets based on user profile.</a:t>
          </a:r>
        </a:p>
      </dsp:txBody>
      <dsp:txXfrm>
        <a:off x="825341" y="3354"/>
        <a:ext cx="3746658" cy="714581"/>
      </dsp:txXfrm>
    </dsp:sp>
    <dsp:sp modelId="{F1726ADD-F35C-4371-8B00-BAB06BE93CCC}">
      <dsp:nvSpPr>
        <dsp:cNvPr id="0" name=""/>
        <dsp:cNvSpPr/>
      </dsp:nvSpPr>
      <dsp:spPr>
        <a:xfrm>
          <a:off x="0" y="896581"/>
          <a:ext cx="4572000" cy="71458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D6CE1F-5561-4C7D-A5FE-9AAD96874F70}">
      <dsp:nvSpPr>
        <dsp:cNvPr id="0" name=""/>
        <dsp:cNvSpPr/>
      </dsp:nvSpPr>
      <dsp:spPr>
        <a:xfrm>
          <a:off x="216160" y="1057362"/>
          <a:ext cx="393019" cy="3930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D9F02C-F0CB-406D-8207-AB1EBEAA6101}">
      <dsp:nvSpPr>
        <dsp:cNvPr id="0" name=""/>
        <dsp:cNvSpPr/>
      </dsp:nvSpPr>
      <dsp:spPr>
        <a:xfrm>
          <a:off x="825341" y="896581"/>
          <a:ext cx="3746658" cy="714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27" tIns="75627" rIns="75627" bIns="7562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2. Add Meals: Log meals with details like name, calories, and protein.</a:t>
          </a:r>
        </a:p>
      </dsp:txBody>
      <dsp:txXfrm>
        <a:off x="825341" y="896581"/>
        <a:ext cx="3746658" cy="714581"/>
      </dsp:txXfrm>
    </dsp:sp>
    <dsp:sp modelId="{DE6FC7D7-9CAF-4997-B679-8C5C219A46BB}">
      <dsp:nvSpPr>
        <dsp:cNvPr id="0" name=""/>
        <dsp:cNvSpPr/>
      </dsp:nvSpPr>
      <dsp:spPr>
        <a:xfrm>
          <a:off x="0" y="1789807"/>
          <a:ext cx="4572000" cy="71458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7CB29A-3B55-463A-86A0-855622B28A8D}">
      <dsp:nvSpPr>
        <dsp:cNvPr id="0" name=""/>
        <dsp:cNvSpPr/>
      </dsp:nvSpPr>
      <dsp:spPr>
        <a:xfrm>
          <a:off x="216160" y="1950588"/>
          <a:ext cx="393019" cy="39301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AB7B7-720D-4B9B-BFE9-0BBDA6823E08}">
      <dsp:nvSpPr>
        <dsp:cNvPr id="0" name=""/>
        <dsp:cNvSpPr/>
      </dsp:nvSpPr>
      <dsp:spPr>
        <a:xfrm>
          <a:off x="825341" y="1789807"/>
          <a:ext cx="3746658" cy="714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27" tIns="75627" rIns="75627" bIns="7562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3. View Meals: Display logged meals for the day.</a:t>
          </a:r>
        </a:p>
      </dsp:txBody>
      <dsp:txXfrm>
        <a:off x="825341" y="1789807"/>
        <a:ext cx="3746658" cy="714581"/>
      </dsp:txXfrm>
    </dsp:sp>
    <dsp:sp modelId="{941B1D91-7935-4F33-BCD4-49B1BCA351E5}">
      <dsp:nvSpPr>
        <dsp:cNvPr id="0" name=""/>
        <dsp:cNvSpPr/>
      </dsp:nvSpPr>
      <dsp:spPr>
        <a:xfrm>
          <a:off x="0" y="2683034"/>
          <a:ext cx="4572000" cy="71458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8A6F8D-238C-46FA-B125-4C4033E7E004}">
      <dsp:nvSpPr>
        <dsp:cNvPr id="0" name=""/>
        <dsp:cNvSpPr/>
      </dsp:nvSpPr>
      <dsp:spPr>
        <a:xfrm>
          <a:off x="216160" y="2843815"/>
          <a:ext cx="393019" cy="39301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D3D7BD-8D0A-4988-87CF-0912F0F0D7D3}">
      <dsp:nvSpPr>
        <dsp:cNvPr id="0" name=""/>
        <dsp:cNvSpPr/>
      </dsp:nvSpPr>
      <dsp:spPr>
        <a:xfrm>
          <a:off x="825341" y="2683034"/>
          <a:ext cx="3746658" cy="714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27" tIns="75627" rIns="75627" bIns="7562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4. Analyze Total Intake: Calculate total calories and protein consumed.</a:t>
          </a:r>
        </a:p>
      </dsp:txBody>
      <dsp:txXfrm>
        <a:off x="825341" y="2683034"/>
        <a:ext cx="3746658" cy="714581"/>
      </dsp:txXfrm>
    </dsp:sp>
    <dsp:sp modelId="{CCC0E14A-FB6B-4E7F-9FCB-A97F3D0941CA}">
      <dsp:nvSpPr>
        <dsp:cNvPr id="0" name=""/>
        <dsp:cNvSpPr/>
      </dsp:nvSpPr>
      <dsp:spPr>
        <a:xfrm>
          <a:off x="0" y="3576260"/>
          <a:ext cx="4572000" cy="71458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1AE7C5-7C6E-4146-9761-96997AC9C9B0}">
      <dsp:nvSpPr>
        <dsp:cNvPr id="0" name=""/>
        <dsp:cNvSpPr/>
      </dsp:nvSpPr>
      <dsp:spPr>
        <a:xfrm>
          <a:off x="216160" y="3737041"/>
          <a:ext cx="393019" cy="39301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A2773C-8036-45F4-A800-A76D8599AD42}">
      <dsp:nvSpPr>
        <dsp:cNvPr id="0" name=""/>
        <dsp:cNvSpPr/>
      </dsp:nvSpPr>
      <dsp:spPr>
        <a:xfrm>
          <a:off x="825341" y="3576260"/>
          <a:ext cx="3746658" cy="714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27" tIns="75627" rIns="75627" bIns="7562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5. Save Data: Store meal records for future reference.</a:t>
          </a:r>
        </a:p>
      </dsp:txBody>
      <dsp:txXfrm>
        <a:off x="825341" y="3576260"/>
        <a:ext cx="3746658" cy="7145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95DAAA6-7B62-4199-BABA-6C41F72FA58C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F35E-E3CE-4C7A-91CF-5DF2288B9AB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085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AAA6-7B62-4199-BABA-6C41F72FA58C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F35E-E3CE-4C7A-91CF-5DF2288B9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31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AAA6-7B62-4199-BABA-6C41F72FA58C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F35E-E3CE-4C7A-91CF-5DF2288B9AB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261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AAA6-7B62-4199-BABA-6C41F72FA58C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F35E-E3CE-4C7A-91CF-5DF2288B9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0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AAA6-7B62-4199-BABA-6C41F72FA58C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F35E-E3CE-4C7A-91CF-5DF2288B9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40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AAA6-7B62-4199-BABA-6C41F72FA58C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F35E-E3CE-4C7A-91CF-5DF2288B9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06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AAA6-7B62-4199-BABA-6C41F72FA58C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F35E-E3CE-4C7A-91CF-5DF2288B9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84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AAA6-7B62-4199-BABA-6C41F72FA58C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F35E-E3CE-4C7A-91CF-5DF2288B9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889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AAA6-7B62-4199-BABA-6C41F72FA58C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F35E-E3CE-4C7A-91CF-5DF2288B9AB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52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AAA6-7B62-4199-BABA-6C41F72FA58C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F35E-E3CE-4C7A-91CF-5DF2288B9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586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AAA6-7B62-4199-BABA-6C41F72FA58C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F35E-E3CE-4C7A-91CF-5DF2288B9AB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086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95DAAA6-7B62-4199-BABA-6C41F72FA58C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89DF35E-E3CE-4C7A-91CF-5DF2288B9AB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276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7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olorful lines on a dark background&#10;&#10;Description automatically generated">
            <a:extLst>
              <a:ext uri="{FF2B5EF4-FFF2-40B4-BE49-F238E27FC236}">
                <a16:creationId xmlns:a16="http://schemas.microsoft.com/office/drawing/2014/main" id="{07F177DE-E110-BC45-C162-7A93FD7D1A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r="-1" b="43735"/>
          <a:stretch/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276C14-98F0-1BB8-92A8-D6412DE4C4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643467"/>
            <a:ext cx="7164674" cy="5571066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chemeClr val="tx1"/>
                </a:solidFill>
              </a:rPr>
              <a:t>Calorie</a:t>
            </a:r>
            <a:br>
              <a:rPr lang="en-US" sz="6600">
                <a:solidFill>
                  <a:schemeClr val="tx1"/>
                </a:solidFill>
              </a:rPr>
            </a:br>
            <a:r>
              <a:rPr lang="en-US" sz="6600">
                <a:solidFill>
                  <a:schemeClr val="tx1"/>
                </a:solidFill>
              </a:rPr>
              <a:t>tracker</a:t>
            </a:r>
            <a:endParaRPr lang="en-US" sz="66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08994D-B108-BB81-6A34-C83D5D6C7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1608" y="643467"/>
            <a:ext cx="3096926" cy="5571066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tx1"/>
                </a:solidFill>
              </a:rPr>
              <a:t>Presented by:</a:t>
            </a:r>
          </a:p>
          <a:p>
            <a:r>
              <a:rPr lang="en-US" sz="2000">
                <a:solidFill>
                  <a:schemeClr val="tx1"/>
                </a:solidFill>
              </a:rPr>
              <a:t>Abhilekh Subedi</a:t>
            </a:r>
          </a:p>
          <a:p>
            <a:r>
              <a:rPr lang="en-US" sz="2000">
                <a:solidFill>
                  <a:schemeClr val="tx1"/>
                </a:solidFill>
              </a:rPr>
              <a:t>Ayush Tuladhar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828800"/>
            <a:ext cx="0" cy="320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80832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446DA5-FEBF-60BB-5101-1B10E7CF3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71E2B3-5579-FD15-C65B-C451F7F13F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0408670"/>
              </p:ext>
            </p:extLst>
          </p:nvPr>
        </p:nvGraphicFramePr>
        <p:xfrm>
          <a:off x="5603875" y="954088"/>
          <a:ext cx="5641975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214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424742-E928-E317-4AE5-E219937C4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EEAF79-9F35-A981-3723-5BEA9E5E0A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5371368"/>
              </p:ext>
            </p:extLst>
          </p:nvPr>
        </p:nvGraphicFramePr>
        <p:xfrm>
          <a:off x="5428738" y="813064"/>
          <a:ext cx="5998087" cy="5231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8808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FAE1107-CEC3-4041-8BAA-CDB6F675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E51CAB-117A-4A98-26C8-65926CE04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Functions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EA88FB-F5DD-45CE-AAE1-7B33D0AB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Content Placeholder 8">
            <a:extLst>
              <a:ext uri="{FF2B5EF4-FFF2-40B4-BE49-F238E27FC236}">
                <a16:creationId xmlns:a16="http://schemas.microsoft.com/office/drawing/2014/main" id="{060FEC51-A8AA-7D71-A609-09B608ECE9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0862774"/>
              </p:ext>
            </p:extLst>
          </p:nvPr>
        </p:nvGraphicFramePr>
        <p:xfrm>
          <a:off x="576944" y="2084831"/>
          <a:ext cx="4572000" cy="42941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F6FD88D-95CB-516E-0014-8391A97498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0944" y="1283524"/>
            <a:ext cx="5760487" cy="404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641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C1A1D0-D13E-5598-4C90-29436683A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4CC6B-CE91-5E2E-99E8-8DEFE5ADD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048" y="804333"/>
            <a:ext cx="6306003" cy="5249334"/>
          </a:xfrm>
        </p:spPr>
        <p:txBody>
          <a:bodyPr anchor="ctr">
            <a:normAutofit/>
          </a:bodyPr>
          <a:lstStyle/>
          <a:p>
            <a:r>
              <a:rPr lang="en-US" dirty="0"/>
              <a:t>Removes manual errors </a:t>
            </a:r>
          </a:p>
          <a:p>
            <a:r>
              <a:rPr lang="en-US" dirty="0"/>
              <a:t>Increases precision and accuracy </a:t>
            </a:r>
          </a:p>
          <a:p>
            <a:r>
              <a:rPr lang="en-US" dirty="0"/>
              <a:t>Easy to use </a:t>
            </a:r>
          </a:p>
          <a:p>
            <a:r>
              <a:rPr lang="en-US" dirty="0"/>
              <a:t>Quick access to data</a:t>
            </a:r>
          </a:p>
          <a:p>
            <a:r>
              <a:rPr lang="en-US" dirty="0"/>
              <a:t>Provides warnings to prevent overeating or nutrient deficiencies</a:t>
            </a:r>
          </a:p>
          <a:p>
            <a:r>
              <a:rPr lang="en-US" dirty="0"/>
              <a:t>Reduces the time and effort required for manual tracking</a:t>
            </a:r>
          </a:p>
        </p:txBody>
      </p:sp>
    </p:spTree>
    <p:extLst>
      <p:ext uri="{BB962C8B-B14F-4D97-AF65-F5344CB8AC3E}">
        <p14:creationId xmlns:p14="http://schemas.microsoft.com/office/powerpoint/2010/main" val="1434578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9DEE98-7232-08C9-D776-D6DA7BCAA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CED1F-4FAB-F0F4-6E74-48283D496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048" y="804333"/>
            <a:ext cx="6306003" cy="5249334"/>
          </a:xfrm>
        </p:spPr>
        <p:txBody>
          <a:bodyPr anchor="ctr">
            <a:normAutofit/>
          </a:bodyPr>
          <a:lstStyle/>
          <a:p>
            <a:r>
              <a:rPr lang="en-US" dirty="0"/>
              <a:t>Automates dietary tracking, significantly improving efficiency and accuracy.</a:t>
            </a:r>
            <a:endParaRPr lang="en-US"/>
          </a:p>
          <a:p>
            <a:r>
              <a:rPr lang="en-US" dirty="0"/>
              <a:t>Demonstrates the innovative potential of technology in health management. </a:t>
            </a:r>
            <a:endParaRPr lang="en-US"/>
          </a:p>
          <a:p>
            <a:r>
              <a:rPr lang="en-US" dirty="0"/>
              <a:t>Helps users effectively achieve dietary goals.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771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91</TotalTime>
  <Words>256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Tw Cen MT</vt:lpstr>
      <vt:lpstr>Tw Cen MT Condensed</vt:lpstr>
      <vt:lpstr>Wingdings 3</vt:lpstr>
      <vt:lpstr>Integral</vt:lpstr>
      <vt:lpstr>Calorie tracker</vt:lpstr>
      <vt:lpstr>Introduction</vt:lpstr>
      <vt:lpstr>Features</vt:lpstr>
      <vt:lpstr>Functions</vt:lpstr>
      <vt:lpstr>Advantages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Abhilekh Subedi</dc:creator>
  <cp:lastModifiedBy>Ayush Tuladhar</cp:lastModifiedBy>
  <cp:revision>5</cp:revision>
  <dcterms:created xsi:type="dcterms:W3CDTF">2024-07-05T02:45:33Z</dcterms:created>
  <dcterms:modified xsi:type="dcterms:W3CDTF">2024-12-04T02:06:02Z</dcterms:modified>
</cp:coreProperties>
</file>